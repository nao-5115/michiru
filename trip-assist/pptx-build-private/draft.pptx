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742b191a174756" /><Relationship Type="http://schemas.openxmlformats.org/officeDocument/2006/relationships/extended-properties" Target="/docProps/app.xml" Id="Rd112c8381f3242b0" /><Relationship Type="http://schemas.openxmlformats.org/officeDocument/2006/relationships/officeDocument" Target="/ppt/presentation.xml" Id="R3540369b048d4e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a0ca449f754c19"/>
  </p:sldMasterIdLst>
  <p:notesMasterIdLst>
    <p:notesMasterId xmlns:r="http://schemas.openxmlformats.org/officeDocument/2006/relationships" r:id="R094dbd5f6a384e6c"/>
  </p:notesMasterIdLst>
  <p:sldIdLst>
    <p:sldId xmlns:r="http://schemas.openxmlformats.org/officeDocument/2006/relationships" id="256" r:id="Rd5cb5d82e0aa4776"/>
    <p:sldId xmlns:r="http://schemas.openxmlformats.org/officeDocument/2006/relationships" id="257" r:id="R6294c7b2d6d941cf"/>
    <p:sldId xmlns:r="http://schemas.openxmlformats.org/officeDocument/2006/relationships" id="258" r:id="R34658f19d7b14c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24e3502a8a4761" /><Relationship Type="http://schemas.openxmlformats.org/officeDocument/2006/relationships/slideMaster" Target="/ppt/slideMasters/slideMaster1.xml" Id="Rf6a0ca449f754c19" /><Relationship Type="http://schemas.openxmlformats.org/officeDocument/2006/relationships/notesMaster" Target="/ppt/notesMasters/notesMaster1.xml" Id="R094dbd5f6a384e6c" /><Relationship Type="http://schemas.openxmlformats.org/officeDocument/2006/relationships/presProps" Target="/ppt/presProps.xml" Id="R3788e4ad47074a96" /><Relationship Type="http://schemas.openxmlformats.org/officeDocument/2006/relationships/tableStyles" Target="/ppt/tableStyles.xml" Id="R0a4a99deabd14957" /><Relationship Type="http://schemas.openxmlformats.org/officeDocument/2006/relationships/slide" Target="/ppt/slides/slide1.xml" Id="Rd5cb5d82e0aa4776" /><Relationship Type="http://schemas.openxmlformats.org/officeDocument/2006/relationships/slide" Target="/ppt/slides/slide2.xml" Id="R6294c7b2d6d941cf" /><Relationship Type="http://schemas.openxmlformats.org/officeDocument/2006/relationships/slide" Target="/ppt/slides/slide3.xml" Id="R34658f19d7b14c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68e5ebb97b43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aa99ae956c48a1" /><Relationship Type="http://schemas.openxmlformats.org/officeDocument/2006/relationships/notesMaster" Target="/ppt/notesMasters/notesMaster1.xml" Id="R0fa27d5778324f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cf90303b8f480f" /><Relationship Type="http://schemas.openxmlformats.org/officeDocument/2006/relationships/notesMaster" Target="/ppt/notesMasters/notesMaster1.xml" Id="R45731b55646343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9fc1773cf84e07" /><Relationship Type="http://schemas.openxmlformats.org/officeDocument/2006/relationships/notesMaster" Target="/ppt/notesMasters/notesMaster1.xml" Id="R01c4cfecc90a4b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対象はChrome拡張機能 Trip Assist。リポジトリ内のmanifest、background、offscreen、panel、Firebase設定をもとに整理。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 WorkerはMV3のbackground service worker。offscreen documentがFirebase Realtime Databaseへの常時接続と認証状態を保持する。Google MapsはAPI呼び出しに加え、画面からURLを開く連携もある。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Firebase同期はoffscreen.jsが担当し、FirebaseのスナップショットをService Worker経由でchrome.storage.localのfb:*領域へ中継する。画面側は変更を受けて再描画する。独自に保存する日程等はlocal:&lt;旅行ID&gt;キーを使う。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3292a639946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d1d5eb5784b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d869426f54e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a03ce685e46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8fe9756de49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b2cb25dc246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60AF61-5181-408A-8AB2-0D9414391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E32885-526B-43DF-A4E3-759080F434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4DA79DF-ECAD-4747-8897-85A6E399B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194CB-622B-4818-B742-F198F2848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37A13D-9EAE-46B9-AB88-B7E3AB1756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4C4E1D-4C80-45E7-8AA4-F5D5973962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B84FF3-7107-4FD3-BC61-65E1483A8F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284598-0CC4-443A-B34A-D55B74852D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D4D3EF-6FE0-4DCC-B746-F9985E2D5A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A1E062-FA68-4BDF-950A-FF22E1A725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db9c78c77941f0" /><Relationship Type="http://schemas.openxmlformats.org/officeDocument/2006/relationships/slideLayout" Target="/ppt/slideLayouts/slideLayout1.xml" Id="Re97d6fdb3acb4e09" /><Relationship Type="http://schemas.openxmlformats.org/officeDocument/2006/relationships/slideLayout" Target="/ppt/slideLayouts/slideLayout2.xml" Id="Re43769ad9ffd4be0" /><Relationship Type="http://schemas.openxmlformats.org/officeDocument/2006/relationships/slideLayout" Target="/ppt/slideLayouts/slideLayout3.xml" Id="Rbdd9520810c74dbb" /><Relationship Type="http://schemas.openxmlformats.org/officeDocument/2006/relationships/slideLayout" Target="/ppt/slideLayouts/slideLayout4.xml" Id="Rc5592e5b6a954f5e" /><Relationship Type="http://schemas.openxmlformats.org/officeDocument/2006/relationships/slideLayout" Target="/ppt/slideLayouts/slideLayout5.xml" Id="Re68479b036384518" /><Relationship Type="http://schemas.openxmlformats.org/officeDocument/2006/relationships/slideLayout" Target="/ppt/slideLayouts/slideLayout6.xml" Id="R2e11837f28824f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7d6fdb3acb4e09"/>
    <p:sldLayoutId xmlns:r="http://schemas.openxmlformats.org/officeDocument/2006/relationships" id="2147483650" r:id="Re43769ad9ffd4be0"/>
    <p:sldLayoutId xmlns:r="http://schemas.openxmlformats.org/officeDocument/2006/relationships" id="2147483651" r:id="Rbdd9520810c74dbb"/>
    <p:sldLayoutId xmlns:r="http://schemas.openxmlformats.org/officeDocument/2006/relationships" id="2147483652" r:id="Rc5592e5b6a954f5e"/>
    <p:sldLayoutId xmlns:r="http://schemas.openxmlformats.org/officeDocument/2006/relationships" id="2147483653" r:id="Re68479b036384518"/>
    <p:sldLayoutId xmlns:r="http://schemas.openxmlformats.org/officeDocument/2006/relationships" id="2147483654" r:id="R2e11837f28824f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5fe0827384fc2" /><Relationship Type="http://schemas.openxmlformats.org/officeDocument/2006/relationships/notesSlide" Target="/ppt/notesSlides/notesSlide1.xml" Id="Rec8fab68df9b40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1617a3f98483c" /><Relationship Type="http://schemas.openxmlformats.org/officeDocument/2006/relationships/notesSlide" Target="/ppt/notesSlides/notesSlide2.xml" Id="Rd08f5245e5fc40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a0e2aa1dd4e8a" /><Relationship Type="http://schemas.openxmlformats.org/officeDocument/2006/relationships/notesSlide" Target="/ppt/notesSlides/notesSlide3.xml" Id="R1fe6d5e6eea349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7041F30-1C33-45D9-8910-B06DFC2D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D7915D1-3978-4007-BB9B-D30889BD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087F8C"/>
                </a:solidFill>
              </a:defRPr>
            </a:defPPr>
            <a:lvl1pPr algn="l">
              <a:defRPr sz="1200" b="1">
                <a:solidFill>
                  <a:srgbClr val="087F8C"/>
                </a:solidFill>
              </a:defRPr>
            </a:lvl1pPr>
            <a:lvl2pPr algn="l">
              <a:defRPr sz="1200" b="1">
                <a:solidFill>
                  <a:srgbClr val="087F8C"/>
                </a:solidFill>
              </a:defRPr>
            </a:lvl2pPr>
            <a:lvl3pPr algn="l">
              <a:defRPr sz="1200" b="1">
                <a:solidFill>
                  <a:srgbClr val="087F8C"/>
                </a:solidFill>
              </a:defRPr>
            </a:lvl3pPr>
            <a:lvl4pPr algn="l">
              <a:defRPr sz="1200" b="1">
                <a:solidFill>
                  <a:srgbClr val="087F8C"/>
                </a:solidFill>
              </a:defRPr>
            </a:lvl4pPr>
            <a:lvl5pPr algn="l">
              <a:defRPr sz="1200" b="1">
                <a:solidFill>
                  <a:srgbClr val="087F8C"/>
                </a:solidFill>
              </a:defRPr>
            </a:lvl5pPr>
            <a:lvl6pPr algn="l">
              <a:defRPr sz="1200" b="1">
                <a:solidFill>
                  <a:srgbClr val="087F8C"/>
                </a:solidFill>
              </a:defRPr>
            </a:lvl6pPr>
            <a:lvl7pPr algn="l">
              <a:defRPr sz="1200" b="1">
                <a:solidFill>
                  <a:srgbClr val="087F8C"/>
                </a:solidFill>
              </a:defRPr>
            </a:lvl7pPr>
            <a:lvl8pPr algn="l">
              <a:defRPr sz="1200" b="1">
                <a:solidFill>
                  <a:srgbClr val="087F8C"/>
                </a:solidFill>
              </a:defRPr>
            </a:lvl8pPr>
            <a:lvl9pPr algn="l">
              <a:defRPr sz="12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F8C"/>
                </a:solidFill>
              </a:defRPr>
            </a:pPr>
            <a:r>
              <a:rPr sz="1200" b="1">
                <a:solidFill>
                  <a:srgbClr val="087F8C"/>
                </a:solidFill>
              </a:rPr>
              <a:t>MICHIRU  /  TRIP ASSIST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B232CD5-D9F0-44EC-99D6-3160BE82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142B3B"/>
                </a:solidFill>
              </a:defRPr>
            </a:defPPr>
            <a:lvl1pPr algn="l">
              <a:defRPr sz="3750" b="1">
                <a:solidFill>
                  <a:srgbClr val="142B3B"/>
                </a:solidFill>
              </a:defRPr>
            </a:lvl1pPr>
            <a:lvl2pPr algn="l">
              <a:defRPr sz="3750" b="1">
                <a:solidFill>
                  <a:srgbClr val="142B3B"/>
                </a:solidFill>
              </a:defRPr>
            </a:lvl2pPr>
            <a:lvl3pPr algn="l">
              <a:defRPr sz="3750" b="1">
                <a:solidFill>
                  <a:srgbClr val="142B3B"/>
                </a:solidFill>
              </a:defRPr>
            </a:lvl3pPr>
            <a:lvl4pPr algn="l">
              <a:defRPr sz="3750" b="1">
                <a:solidFill>
                  <a:srgbClr val="142B3B"/>
                </a:solidFill>
              </a:defRPr>
            </a:lvl4pPr>
            <a:lvl5pPr algn="l">
              <a:defRPr sz="3750" b="1">
                <a:solidFill>
                  <a:srgbClr val="142B3B"/>
                </a:solidFill>
              </a:defRPr>
            </a:lvl5pPr>
            <a:lvl6pPr algn="l">
              <a:defRPr sz="3750" b="1">
                <a:solidFill>
                  <a:srgbClr val="142B3B"/>
                </a:solidFill>
              </a:defRPr>
            </a:lvl6pPr>
            <a:lvl7pPr algn="l">
              <a:defRPr sz="3750" b="1">
                <a:solidFill>
                  <a:srgbClr val="142B3B"/>
                </a:solidFill>
              </a:defRPr>
            </a:lvl7pPr>
            <a:lvl8pPr algn="l">
              <a:defRPr sz="3750" b="1">
                <a:solidFill>
                  <a:srgbClr val="142B3B"/>
                </a:solidFill>
              </a:defRPr>
            </a:lvl8pPr>
            <a:lvl9pPr algn="l">
              <a:defRPr sz="3750" b="1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42B3B"/>
                </a:solidFill>
              </a:defRPr>
            </a:pPr>
            <a:r>
              <a:rPr sz="3750" b="1">
                <a:solidFill>
                  <a:srgbClr val="142B3B"/>
                </a:solidFill>
              </a:rPr>
              <a:t>システム構成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6DAB519-9C16-45EE-ADC7-7C0CA74C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536B78"/>
                </a:solidFill>
              </a:defRPr>
            </a:defPPr>
            <a:lvl1pPr algn="l">
              <a:defRPr sz="1800" b="0">
                <a:solidFill>
                  <a:srgbClr val="536B78"/>
                </a:solidFill>
              </a:defRPr>
            </a:lvl1pPr>
            <a:lvl2pPr algn="l">
              <a:defRPr sz="1800" b="0">
                <a:solidFill>
                  <a:srgbClr val="536B78"/>
                </a:solidFill>
              </a:defRPr>
            </a:lvl2pPr>
            <a:lvl3pPr algn="l">
              <a:defRPr sz="1800" b="0">
                <a:solidFill>
                  <a:srgbClr val="536B78"/>
                </a:solidFill>
              </a:defRPr>
            </a:lvl3pPr>
            <a:lvl4pPr algn="l">
              <a:defRPr sz="1800" b="0">
                <a:solidFill>
                  <a:srgbClr val="536B78"/>
                </a:solidFill>
              </a:defRPr>
            </a:lvl4pPr>
            <a:lvl5pPr algn="l">
              <a:defRPr sz="1800" b="0">
                <a:solidFill>
                  <a:srgbClr val="536B78"/>
                </a:solidFill>
              </a:defRPr>
            </a:lvl5pPr>
            <a:lvl6pPr algn="l">
              <a:defRPr sz="1800" b="0">
                <a:solidFill>
                  <a:srgbClr val="536B78"/>
                </a:solidFill>
              </a:defRPr>
            </a:lvl6pPr>
            <a:lvl7pPr algn="l">
              <a:defRPr sz="1800" b="0">
                <a:solidFill>
                  <a:srgbClr val="536B78"/>
                </a:solidFill>
              </a:defRPr>
            </a:lvl7pPr>
            <a:lvl8pPr algn="l">
              <a:defRPr sz="1800" b="0">
                <a:solidFill>
                  <a:srgbClr val="536B78"/>
                </a:solidFill>
              </a:defRPr>
            </a:lvl8pPr>
            <a:lvl9pPr algn="l">
              <a:defRPr sz="1800" b="0">
                <a:solidFill>
                  <a:srgbClr val="536B7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B78"/>
                </a:solidFill>
              </a:defRPr>
            </a:pPr>
            <a:r>
              <a:rPr sz="1800" b="0">
                <a:solidFill>
                  <a:srgbClr val="536B78"/>
                </a:solidFill>
              </a:rPr>
              <a:t>フロントエンド・処理・データ保存・外部サービスのつながり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A85C7279-B906-4C45-A224-D9EA71DF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7524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9F2E94EE-357B-4E87-90B6-22038B4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42B3B"/>
                </a:solidFill>
              </a:defRPr>
            </a:defPPr>
            <a:lvl1pPr algn="l">
              <a:defRPr sz="1650" b="0">
                <a:solidFill>
                  <a:srgbClr val="142B3B"/>
                </a:solidFill>
              </a:defRPr>
            </a:lvl1pPr>
            <a:lvl2pPr algn="l">
              <a:defRPr sz="1650" b="0">
                <a:solidFill>
                  <a:srgbClr val="142B3B"/>
                </a:solidFill>
              </a:defRPr>
            </a:lvl2pPr>
            <a:lvl3pPr algn="l">
              <a:defRPr sz="1650" b="0">
                <a:solidFill>
                  <a:srgbClr val="142B3B"/>
                </a:solidFill>
              </a:defRPr>
            </a:lvl3pPr>
            <a:lvl4pPr algn="l">
              <a:defRPr sz="1650" b="0">
                <a:solidFill>
                  <a:srgbClr val="142B3B"/>
                </a:solidFill>
              </a:defRPr>
            </a:lvl4pPr>
            <a:lvl5pPr algn="l">
              <a:defRPr sz="1650" b="0">
                <a:solidFill>
                  <a:srgbClr val="142B3B"/>
                </a:solidFill>
              </a:defRPr>
            </a:lvl5pPr>
            <a:lvl6pPr algn="l">
              <a:defRPr sz="1650" b="0">
                <a:solidFill>
                  <a:srgbClr val="142B3B"/>
                </a:solidFill>
              </a:defRPr>
            </a:lvl6pPr>
            <a:lvl7pPr algn="l">
              <a:defRPr sz="1650" b="0">
                <a:solidFill>
                  <a:srgbClr val="142B3B"/>
                </a:solidFill>
              </a:defRPr>
            </a:lvl7pPr>
            <a:lvl8pPr algn="l">
              <a:defRPr sz="1650" b="0">
                <a:solidFill>
                  <a:srgbClr val="142B3B"/>
                </a:solidFill>
              </a:defRPr>
            </a:lvl8pPr>
            <a:lvl9pPr algn="l">
              <a:defRPr sz="1650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B3B"/>
                </a:solidFill>
              </a:defRPr>
            </a:pPr>
            <a:r>
              <a:rPr sz="1650" b="0">
                <a:solidFill>
                  <a:srgbClr val="142B3B"/>
                </a:solidFill>
              </a:rPr>
              <a:t>Chrome拡張機能が画面と処理を担い、FirebaseとGoogle APIへ直接接続する構成</a:t>
            </a:r>
          </a:p>
        </p:txBody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E2422783-C38C-4AD1-BC87-665EB515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36B78"/>
                </a:solidFill>
              </a:defRPr>
            </a:defPPr>
            <a:lvl1pPr algn="l">
              <a:defRPr sz="1125" b="0">
                <a:solidFill>
                  <a:srgbClr val="536B78"/>
                </a:solidFill>
              </a:defRPr>
            </a:lvl1pPr>
            <a:lvl2pPr algn="l">
              <a:defRPr sz="1125" b="0">
                <a:solidFill>
                  <a:srgbClr val="536B78"/>
                </a:solidFill>
              </a:defRPr>
            </a:lvl2pPr>
            <a:lvl3pPr algn="l">
              <a:defRPr sz="1125" b="0">
                <a:solidFill>
                  <a:srgbClr val="536B78"/>
                </a:solidFill>
              </a:defRPr>
            </a:lvl3pPr>
            <a:lvl4pPr algn="l">
              <a:defRPr sz="1125" b="0">
                <a:solidFill>
                  <a:srgbClr val="536B78"/>
                </a:solidFill>
              </a:defRPr>
            </a:lvl4pPr>
            <a:lvl5pPr algn="l">
              <a:defRPr sz="1125" b="0">
                <a:solidFill>
                  <a:srgbClr val="536B78"/>
                </a:solidFill>
              </a:defRPr>
            </a:lvl5pPr>
            <a:lvl6pPr algn="l">
              <a:defRPr sz="1125" b="0">
                <a:solidFill>
                  <a:srgbClr val="536B78"/>
                </a:solidFill>
              </a:defRPr>
            </a:lvl6pPr>
            <a:lvl7pPr algn="l">
              <a:defRPr sz="1125" b="0">
                <a:solidFill>
                  <a:srgbClr val="536B78"/>
                </a:solidFill>
              </a:defRPr>
            </a:lvl7pPr>
            <a:lvl8pPr algn="l">
              <a:defRPr sz="1125" b="0">
                <a:solidFill>
                  <a:srgbClr val="536B78"/>
                </a:solidFill>
              </a:defRPr>
            </a:lvl8pPr>
            <a:lvl9pPr algn="l">
              <a:defRPr sz="1125" b="0">
                <a:solidFill>
                  <a:srgbClr val="536B7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B78"/>
                </a:solidFill>
              </a:defRPr>
            </a:pPr>
            <a:r>
              <a:rPr sz="1125" b="0">
                <a:solidFill>
                  <a:srgbClr val="536B78"/>
                </a:solidFill>
              </a:rPr>
              <a:t>コードと設定ファイルをもとに作成</a:t>
            </a:r>
          </a:p>
        </p:txBody>
      </p:sp>
    </p:spTree>
    <p:extLst>
      <p:ext uri="{BB962C8B-B14F-4D97-AF65-F5344CB8AC3E}">
        <p14:creationId xmlns:p14="http://schemas.microsoft.com/office/powerpoint/2010/main" val="1488813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6F75A5-525E-4FD9-AA9F-BF4DC2B5877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2819400" y="2933700"/>
            <a:ext cx="6800850" cy="26765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97819"/>
            </a:solidFill>
            <a:prstDash val="solid"/>
            <a:tailEnd type="arrow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807C3D-1FEC-4D78-86E3-B4624B88CB9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924550" y="2305050"/>
            <a:ext cx="3695700" cy="16097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97819"/>
            </a:solidFill>
            <a:prstDash val="solid"/>
            <a:tailEnd type="arrow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0B765B-1BDE-411E-BD22-56CFD04AACF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5924550" y="2305050"/>
            <a:ext cx="3695700" cy="3429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97819"/>
            </a:solidFill>
            <a:prstDash val="solid"/>
            <a:tailEnd type="arrow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53C96A-049A-441A-A919-7A6C0C7B5B7F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686300" y="3476625"/>
            <a:ext cx="3195638" cy="885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36B78"/>
            </a:solidFill>
            <a:prstDash val="solid"/>
            <a:tailEnd type="arrow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B5205F-2955-46B2-80F4-80C76DDFB1A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924550" y="3200400"/>
            <a:ext cx="885825" cy="13954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97A58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5AE1BA-9B6A-4BB6-8D43-3A38CA0F0B3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19400" y="2933700"/>
            <a:ext cx="628650" cy="16621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17817C-CD5B-4EF8-AFFF-102884B0607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819400" y="2647950"/>
            <a:ext cx="628650" cy="285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med" len="med"/>
          </a:ln>
        </p:spPr>
      </p:cxnSp>
      <p:sp>
        <p:nvSpPr>
          <p:cNvPr id="48" name="title-2">
            <a:extLst xmlns:a="http://schemas.openxmlformats.org/drawingml/2006/main">
              <a:ext uri="{FF2B5EF4-FFF2-40B4-BE49-F238E27FC236}">
                <a16:creationId xmlns:a16="http://schemas.microsoft.com/office/drawing/2014/main" id="{A013A140-5C5A-4C2A-A6D2-65236A1D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42B3B"/>
                </a:solidFill>
              </a:defRPr>
            </a:defPPr>
            <a:lvl1pPr algn="l">
              <a:defRPr sz="2550" b="1">
                <a:solidFill>
                  <a:srgbClr val="142B3B"/>
                </a:solidFill>
              </a:defRPr>
            </a:lvl1pPr>
            <a:lvl2pPr algn="l">
              <a:defRPr sz="2550" b="1">
                <a:solidFill>
                  <a:srgbClr val="142B3B"/>
                </a:solidFill>
              </a:defRPr>
            </a:lvl2pPr>
            <a:lvl3pPr algn="l">
              <a:defRPr sz="2550" b="1">
                <a:solidFill>
                  <a:srgbClr val="142B3B"/>
                </a:solidFill>
              </a:defRPr>
            </a:lvl3pPr>
            <a:lvl4pPr algn="l">
              <a:defRPr sz="2550" b="1">
                <a:solidFill>
                  <a:srgbClr val="142B3B"/>
                </a:solidFill>
              </a:defRPr>
            </a:lvl4pPr>
            <a:lvl5pPr algn="l">
              <a:defRPr sz="2550" b="1">
                <a:solidFill>
                  <a:srgbClr val="142B3B"/>
                </a:solidFill>
              </a:defRPr>
            </a:lvl5pPr>
            <a:lvl6pPr algn="l">
              <a:defRPr sz="2550" b="1">
                <a:solidFill>
                  <a:srgbClr val="142B3B"/>
                </a:solidFill>
              </a:defRPr>
            </a:lvl6pPr>
            <a:lvl7pPr algn="l">
              <a:defRPr sz="2550" b="1">
                <a:solidFill>
                  <a:srgbClr val="142B3B"/>
                </a:solidFill>
              </a:defRPr>
            </a:lvl7pPr>
            <a:lvl8pPr algn="l">
              <a:defRPr sz="2550" b="1">
                <a:solidFill>
                  <a:srgbClr val="142B3B"/>
                </a:solidFill>
              </a:defRPr>
            </a:lvl8pPr>
            <a:lvl9pPr algn="l">
              <a:defRPr sz="2550" b="1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B3B"/>
                </a:solidFill>
              </a:defRPr>
            </a:pPr>
            <a:r>
              <a:rPr sz="2550" b="1">
                <a:solidFill>
                  <a:srgbClr val="142B3B"/>
                </a:solidFill>
              </a:rPr>
              <a:t>システム構成</a:t>
            </a:r>
          </a:p>
        </p:txBody>
      </p:sp>
      <p:sp>
        <p:nvSpPr>
          <p:cNvPr id="2" name="sub-2">
            <a:extLst xmlns:a="http://schemas.openxmlformats.org/drawingml/2006/main">
              <a:ext uri="{FF2B5EF4-FFF2-40B4-BE49-F238E27FC236}">
                <a16:creationId xmlns:a16="http://schemas.microsoft.com/office/drawing/2014/main" id="{03DB5190-6EC0-457C-A023-F2A1BCB0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36B78"/>
                </a:solidFill>
              </a:defRPr>
            </a:defPPr>
            <a:lvl1pPr algn="l">
              <a:defRPr sz="1200" b="0">
                <a:solidFill>
                  <a:srgbClr val="536B78"/>
                </a:solidFill>
              </a:defRPr>
            </a:lvl1pPr>
            <a:lvl2pPr algn="l">
              <a:defRPr sz="1200" b="0">
                <a:solidFill>
                  <a:srgbClr val="536B78"/>
                </a:solidFill>
              </a:defRPr>
            </a:lvl2pPr>
            <a:lvl3pPr algn="l">
              <a:defRPr sz="1200" b="0">
                <a:solidFill>
                  <a:srgbClr val="536B78"/>
                </a:solidFill>
              </a:defRPr>
            </a:lvl3pPr>
            <a:lvl4pPr algn="l">
              <a:defRPr sz="1200" b="0">
                <a:solidFill>
                  <a:srgbClr val="536B78"/>
                </a:solidFill>
              </a:defRPr>
            </a:lvl4pPr>
            <a:lvl5pPr algn="l">
              <a:defRPr sz="1200" b="0">
                <a:solidFill>
                  <a:srgbClr val="536B78"/>
                </a:solidFill>
              </a:defRPr>
            </a:lvl5pPr>
            <a:lvl6pPr algn="l">
              <a:defRPr sz="1200" b="0">
                <a:solidFill>
                  <a:srgbClr val="536B78"/>
                </a:solidFill>
              </a:defRPr>
            </a:lvl6pPr>
            <a:lvl7pPr algn="l">
              <a:defRPr sz="1200" b="0">
                <a:solidFill>
                  <a:srgbClr val="536B78"/>
                </a:solidFill>
              </a:defRPr>
            </a:lvl7pPr>
            <a:lvl8pPr algn="l">
              <a:defRPr sz="1200" b="0">
                <a:solidFill>
                  <a:srgbClr val="536B78"/>
                </a:solidFill>
              </a:defRPr>
            </a:lvl8pPr>
            <a:lvl9pPr algn="l">
              <a:defRPr sz="1200" b="0">
                <a:solidFill>
                  <a:srgbClr val="536B7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B78"/>
                </a:solidFill>
              </a:defRPr>
            </a:pPr>
            <a:r>
              <a:rPr sz="1200" b="0">
                <a:solidFill>
                  <a:srgbClr val="536B78"/>
                </a:solidFill>
              </a:rPr>
              <a:t>Chrome拡張機能を中心に、FirebaseとGoogleの外部APIを接続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3175C76B-865D-4531-921D-FC02743B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04CBDAB3-055C-407D-8363-D2FAEDFA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536B78"/>
                </a:solidFill>
              </a:defRPr>
            </a:defPPr>
            <a:lvl1pPr algn="r">
              <a:defRPr sz="975" b="0">
                <a:solidFill>
                  <a:srgbClr val="536B78"/>
                </a:solidFill>
              </a:defRPr>
            </a:lvl1pPr>
            <a:lvl2pPr algn="r">
              <a:defRPr sz="975" b="0">
                <a:solidFill>
                  <a:srgbClr val="536B78"/>
                </a:solidFill>
              </a:defRPr>
            </a:lvl2pPr>
            <a:lvl3pPr algn="r">
              <a:defRPr sz="975" b="0">
                <a:solidFill>
                  <a:srgbClr val="536B78"/>
                </a:solidFill>
              </a:defRPr>
            </a:lvl3pPr>
            <a:lvl4pPr algn="r">
              <a:defRPr sz="975" b="0">
                <a:solidFill>
                  <a:srgbClr val="536B78"/>
                </a:solidFill>
              </a:defRPr>
            </a:lvl4pPr>
            <a:lvl5pPr algn="r">
              <a:defRPr sz="975" b="0">
                <a:solidFill>
                  <a:srgbClr val="536B78"/>
                </a:solidFill>
              </a:defRPr>
            </a:lvl5pPr>
            <a:lvl6pPr algn="r">
              <a:defRPr sz="975" b="0">
                <a:solidFill>
                  <a:srgbClr val="536B78"/>
                </a:solidFill>
              </a:defRPr>
            </a:lvl6pPr>
            <a:lvl7pPr algn="r">
              <a:defRPr sz="975" b="0">
                <a:solidFill>
                  <a:srgbClr val="536B78"/>
                </a:solidFill>
              </a:defRPr>
            </a:lvl7pPr>
            <a:lvl8pPr algn="r">
              <a:defRPr sz="975" b="0">
                <a:solidFill>
                  <a:srgbClr val="536B78"/>
                </a:solidFill>
              </a:defRPr>
            </a:lvl8pPr>
            <a:lvl9pPr algn="r">
              <a:defRPr sz="975" b="0">
                <a:solidFill>
                  <a:srgbClr val="536B78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36B78"/>
                </a:solidFill>
              </a:defRPr>
            </a:pPr>
            <a:r>
              <a:rPr sz="975" b="0">
                <a:solidFill>
                  <a:srgbClr val="536B78"/>
                </a:solidFill>
              </a:rPr>
              <a:t>02</a:t>
            </a:r>
          </a:p>
        </p:txBody>
      </p:sp>
      <p:sp>
        <p:nvSpPr>
          <p:cNvPr id="5" name="ui">
            <a:extLst xmlns:a="http://schemas.openxmlformats.org/drawingml/2006/main">
              <a:ext uri="{FF2B5EF4-FFF2-40B4-BE49-F238E27FC236}">
                <a16:creationId xmlns:a16="http://schemas.microsoft.com/office/drawing/2014/main" id="{E6F64251-2770-4E96-9CC4-1D65E3C8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2098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6" name="ui-accent">
            <a:extLst xmlns:a="http://schemas.openxmlformats.org/drawingml/2006/main">
              <a:ext uri="{FF2B5EF4-FFF2-40B4-BE49-F238E27FC236}">
                <a16:creationId xmlns:a16="http://schemas.microsoft.com/office/drawing/2014/main" id="{62C95C9E-C13E-4E58-9EFC-5EA3B21F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ui-title">
            <a:extLst xmlns:a="http://schemas.openxmlformats.org/drawingml/2006/main">
              <a:ext uri="{FF2B5EF4-FFF2-40B4-BE49-F238E27FC236}">
                <a16:creationId xmlns:a16="http://schemas.microsoft.com/office/drawing/2014/main" id="{A2440986-CB73-40DB-BDA4-5898E0B9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087F8C"/>
                </a:solidFill>
              </a:defRPr>
            </a:defPPr>
            <a:lvl1pPr algn="l">
              <a:defRPr sz="1575" b="1">
                <a:solidFill>
                  <a:srgbClr val="087F8C"/>
                </a:solidFill>
              </a:defRPr>
            </a:lvl1pPr>
            <a:lvl2pPr algn="l">
              <a:defRPr sz="1575" b="1">
                <a:solidFill>
                  <a:srgbClr val="087F8C"/>
                </a:solidFill>
              </a:defRPr>
            </a:lvl2pPr>
            <a:lvl3pPr algn="l">
              <a:defRPr sz="1575" b="1">
                <a:solidFill>
                  <a:srgbClr val="087F8C"/>
                </a:solidFill>
              </a:defRPr>
            </a:lvl3pPr>
            <a:lvl4pPr algn="l">
              <a:defRPr sz="1575" b="1">
                <a:solidFill>
                  <a:srgbClr val="087F8C"/>
                </a:solidFill>
              </a:defRPr>
            </a:lvl4pPr>
            <a:lvl5pPr algn="l">
              <a:defRPr sz="1575" b="1">
                <a:solidFill>
                  <a:srgbClr val="087F8C"/>
                </a:solidFill>
              </a:defRPr>
            </a:lvl5pPr>
            <a:lvl6pPr algn="l">
              <a:defRPr sz="1575" b="1">
                <a:solidFill>
                  <a:srgbClr val="087F8C"/>
                </a:solidFill>
              </a:defRPr>
            </a:lvl6pPr>
            <a:lvl7pPr algn="l">
              <a:defRPr sz="1575" b="1">
                <a:solidFill>
                  <a:srgbClr val="087F8C"/>
                </a:solidFill>
              </a:defRPr>
            </a:lvl7pPr>
            <a:lvl8pPr algn="l">
              <a:defRPr sz="1575" b="1">
                <a:solidFill>
                  <a:srgbClr val="087F8C"/>
                </a:solidFill>
              </a:defRPr>
            </a:lvl8pPr>
            <a:lvl9pPr algn="l">
              <a:defRPr sz="1575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F8C"/>
                </a:solidFill>
              </a:defRPr>
            </a:pPr>
            <a:r>
              <a:rPr sz="1575" b="1">
                <a:solidFill>
                  <a:srgbClr val="087F8C"/>
                </a:solidFill>
              </a:rPr>
              <a:t>フロントエンド</a:t>
            </a:r>
          </a:p>
        </p:txBody>
      </p:sp>
      <p:sp>
        <p:nvSpPr>
          <p:cNvPr id="8" name="ui-body">
            <a:extLst xmlns:a="http://schemas.openxmlformats.org/drawingml/2006/main">
              <a:ext uri="{FF2B5EF4-FFF2-40B4-BE49-F238E27FC236}">
                <a16:creationId xmlns:a16="http://schemas.microsoft.com/office/drawing/2014/main" id="{9DBA5CD5-7B7F-47A7-9F0D-47D46EC6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62225"/>
            <a:ext cx="1847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142B3B"/>
                </a:solidFill>
              </a:defRPr>
            </a:defPPr>
            <a:lvl1pPr algn="l">
              <a:defRPr sz="1125" b="0">
                <a:solidFill>
                  <a:srgbClr val="142B3B"/>
                </a:solidFill>
              </a:defRPr>
            </a:lvl1pPr>
            <a:lvl2pPr algn="l">
              <a:defRPr sz="1125" b="0">
                <a:solidFill>
                  <a:srgbClr val="142B3B"/>
                </a:solidFill>
              </a:defRPr>
            </a:lvl2pPr>
            <a:lvl3pPr algn="l">
              <a:defRPr sz="1125" b="0">
                <a:solidFill>
                  <a:srgbClr val="142B3B"/>
                </a:solidFill>
              </a:defRPr>
            </a:lvl3pPr>
            <a:lvl4pPr algn="l">
              <a:defRPr sz="1125" b="0">
                <a:solidFill>
                  <a:srgbClr val="142B3B"/>
                </a:solidFill>
              </a:defRPr>
            </a:lvl4pPr>
            <a:lvl5pPr algn="l">
              <a:defRPr sz="1125" b="0">
                <a:solidFill>
                  <a:srgbClr val="142B3B"/>
                </a:solidFill>
              </a:defRPr>
            </a:lvl5pPr>
            <a:lvl6pPr algn="l">
              <a:defRPr sz="1125" b="0">
                <a:solidFill>
                  <a:srgbClr val="142B3B"/>
                </a:solidFill>
              </a:defRPr>
            </a:lvl6pPr>
            <a:lvl7pPr algn="l">
              <a:defRPr sz="1125" b="0">
                <a:solidFill>
                  <a:srgbClr val="142B3B"/>
                </a:solidFill>
              </a:defRPr>
            </a:lvl7pPr>
            <a:lvl8pPr algn="l">
              <a:defRPr sz="1125" b="0">
                <a:solidFill>
                  <a:srgbClr val="142B3B"/>
                </a:solidFill>
              </a:defRPr>
            </a:lvl8pPr>
            <a:lvl9pPr algn="l">
              <a:defRPr sz="1125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Google マップ上の画面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日程・候補地・投票・ルート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画面状態と操作入力</a:t>
            </a:r>
          </a:p>
        </p:txBody>
      </p:sp>
      <p:sp>
        <p:nvSpPr>
          <p:cNvPr id="9" name="sw">
            <a:extLst xmlns:a="http://schemas.openxmlformats.org/drawingml/2006/main">
              <a:ext uri="{FF2B5EF4-FFF2-40B4-BE49-F238E27FC236}">
                <a16:creationId xmlns:a16="http://schemas.microsoft.com/office/drawing/2014/main" id="{84C48A5E-596F-45A5-83E3-68AE961D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19275"/>
            <a:ext cx="2476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10" name="sw-accent">
            <a:extLst xmlns:a="http://schemas.openxmlformats.org/drawingml/2006/main">
              <a:ext uri="{FF2B5EF4-FFF2-40B4-BE49-F238E27FC236}">
                <a16:creationId xmlns:a16="http://schemas.microsoft.com/office/drawing/2014/main" id="{732C6E94-874B-4F9C-8D96-3208D5B7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19275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w-title">
            <a:extLst xmlns:a="http://schemas.openxmlformats.org/drawingml/2006/main">
              <a:ext uri="{FF2B5EF4-FFF2-40B4-BE49-F238E27FC236}">
                <a16:creationId xmlns:a16="http://schemas.microsoft.com/office/drawing/2014/main" id="{E70D7E79-02C6-461C-A382-A893BDEF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335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356B9A"/>
                </a:solidFill>
              </a:defRPr>
            </a:defPPr>
            <a:lvl1pPr algn="l">
              <a:defRPr sz="1575" b="1">
                <a:solidFill>
                  <a:srgbClr val="356B9A"/>
                </a:solidFill>
              </a:defRPr>
            </a:lvl1pPr>
            <a:lvl2pPr algn="l">
              <a:defRPr sz="1575" b="1">
                <a:solidFill>
                  <a:srgbClr val="356B9A"/>
                </a:solidFill>
              </a:defRPr>
            </a:lvl2pPr>
            <a:lvl3pPr algn="l">
              <a:defRPr sz="1575" b="1">
                <a:solidFill>
                  <a:srgbClr val="356B9A"/>
                </a:solidFill>
              </a:defRPr>
            </a:lvl3pPr>
            <a:lvl4pPr algn="l">
              <a:defRPr sz="1575" b="1">
                <a:solidFill>
                  <a:srgbClr val="356B9A"/>
                </a:solidFill>
              </a:defRPr>
            </a:lvl4pPr>
            <a:lvl5pPr algn="l">
              <a:defRPr sz="1575" b="1">
                <a:solidFill>
                  <a:srgbClr val="356B9A"/>
                </a:solidFill>
              </a:defRPr>
            </a:lvl5pPr>
            <a:lvl6pPr algn="l">
              <a:defRPr sz="1575" b="1">
                <a:solidFill>
                  <a:srgbClr val="356B9A"/>
                </a:solidFill>
              </a:defRPr>
            </a:lvl6pPr>
            <a:lvl7pPr algn="l">
              <a:defRPr sz="1575" b="1">
                <a:solidFill>
                  <a:srgbClr val="356B9A"/>
                </a:solidFill>
              </a:defRPr>
            </a:lvl7pPr>
            <a:lvl8pPr algn="l">
              <a:defRPr sz="1575" b="1">
                <a:solidFill>
                  <a:srgbClr val="356B9A"/>
                </a:solidFill>
              </a:defRPr>
            </a:lvl8pPr>
            <a:lvl9pPr algn="l">
              <a:defRPr sz="1575" b="1">
                <a:solidFill>
                  <a:srgbClr val="356B9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56B9A"/>
                </a:solidFill>
              </a:defRPr>
            </a:pPr>
            <a:r>
              <a:rPr sz="1575" b="1">
                <a:solidFill>
                  <a:srgbClr val="356B9A"/>
                </a:solidFill>
              </a:rPr>
              <a:t>Service Worker</a:t>
            </a:r>
          </a:p>
        </p:txBody>
      </p:sp>
      <p:sp>
        <p:nvSpPr>
          <p:cNvPr id="12" name="sw-body">
            <a:extLst xmlns:a="http://schemas.openxmlformats.org/drawingml/2006/main">
              <a:ext uri="{FF2B5EF4-FFF2-40B4-BE49-F238E27FC236}">
                <a16:creationId xmlns:a16="http://schemas.microsoft.com/office/drawing/2014/main" id="{04A47893-7D0F-4571-A825-B94720E6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2114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142B3B"/>
                </a:solidFill>
              </a:defRPr>
            </a:defPPr>
            <a:lvl1pPr algn="l">
              <a:defRPr sz="1125" b="0">
                <a:solidFill>
                  <a:srgbClr val="142B3B"/>
                </a:solidFill>
              </a:defRPr>
            </a:lvl1pPr>
            <a:lvl2pPr algn="l">
              <a:defRPr sz="1125" b="0">
                <a:solidFill>
                  <a:srgbClr val="142B3B"/>
                </a:solidFill>
              </a:defRPr>
            </a:lvl2pPr>
            <a:lvl3pPr algn="l">
              <a:defRPr sz="1125" b="0">
                <a:solidFill>
                  <a:srgbClr val="142B3B"/>
                </a:solidFill>
              </a:defRPr>
            </a:lvl3pPr>
            <a:lvl4pPr algn="l">
              <a:defRPr sz="1125" b="0">
                <a:solidFill>
                  <a:srgbClr val="142B3B"/>
                </a:solidFill>
              </a:defRPr>
            </a:lvl4pPr>
            <a:lvl5pPr algn="l">
              <a:defRPr sz="1125" b="0">
                <a:solidFill>
                  <a:srgbClr val="142B3B"/>
                </a:solidFill>
              </a:defRPr>
            </a:lvl5pPr>
            <a:lvl6pPr algn="l">
              <a:defRPr sz="1125" b="0">
                <a:solidFill>
                  <a:srgbClr val="142B3B"/>
                </a:solidFill>
              </a:defRPr>
            </a:lvl6pPr>
            <a:lvl7pPr algn="l">
              <a:defRPr sz="1125" b="0">
                <a:solidFill>
                  <a:srgbClr val="142B3B"/>
                </a:solidFill>
              </a:defRPr>
            </a:lvl7pPr>
            <a:lvl8pPr algn="l">
              <a:defRPr sz="1125" b="0">
                <a:solidFill>
                  <a:srgbClr val="142B3B"/>
                </a:solidFill>
              </a:defRPr>
            </a:lvl8pPr>
            <a:lvl9pPr algn="l">
              <a:defRPr sz="1125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OAuth トークン取得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メッセージの振り分け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Calendar / Gmail / Gemini / Geocoding</a:t>
            </a:r>
          </a:p>
        </p:txBody>
      </p:sp>
      <p:sp>
        <p:nvSpPr>
          <p:cNvPr id="13" name="off">
            <a:extLst xmlns:a="http://schemas.openxmlformats.org/drawingml/2006/main">
              <a:ext uri="{FF2B5EF4-FFF2-40B4-BE49-F238E27FC236}">
                <a16:creationId xmlns:a16="http://schemas.microsoft.com/office/drawing/2014/main" id="{97C53478-24C3-4A0A-8CFE-55560EF4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57625"/>
            <a:ext cx="2476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14" name="off-accent">
            <a:extLst xmlns:a="http://schemas.openxmlformats.org/drawingml/2006/main">
              <a:ext uri="{FF2B5EF4-FFF2-40B4-BE49-F238E27FC236}">
                <a16:creationId xmlns:a16="http://schemas.microsoft.com/office/drawing/2014/main" id="{00789294-BD2F-4D05-A753-8A7C48DE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576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ff-title">
            <a:extLst xmlns:a="http://schemas.openxmlformats.org/drawingml/2006/main">
              <a:ext uri="{FF2B5EF4-FFF2-40B4-BE49-F238E27FC236}">
                <a16:creationId xmlns:a16="http://schemas.microsoft.com/office/drawing/2014/main" id="{F29D698B-B27A-4A68-B151-39345ADB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7192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356B9A"/>
                </a:solidFill>
              </a:defRPr>
            </a:defPPr>
            <a:lvl1pPr algn="l">
              <a:defRPr sz="1500" b="1">
                <a:solidFill>
                  <a:srgbClr val="356B9A"/>
                </a:solidFill>
              </a:defRPr>
            </a:lvl1pPr>
            <a:lvl2pPr algn="l">
              <a:defRPr sz="1500" b="1">
                <a:solidFill>
                  <a:srgbClr val="356B9A"/>
                </a:solidFill>
              </a:defRPr>
            </a:lvl2pPr>
            <a:lvl3pPr algn="l">
              <a:defRPr sz="1500" b="1">
                <a:solidFill>
                  <a:srgbClr val="356B9A"/>
                </a:solidFill>
              </a:defRPr>
            </a:lvl3pPr>
            <a:lvl4pPr algn="l">
              <a:defRPr sz="1500" b="1">
                <a:solidFill>
                  <a:srgbClr val="356B9A"/>
                </a:solidFill>
              </a:defRPr>
            </a:lvl4pPr>
            <a:lvl5pPr algn="l">
              <a:defRPr sz="1500" b="1">
                <a:solidFill>
                  <a:srgbClr val="356B9A"/>
                </a:solidFill>
              </a:defRPr>
            </a:lvl5pPr>
            <a:lvl6pPr algn="l">
              <a:defRPr sz="1500" b="1">
                <a:solidFill>
                  <a:srgbClr val="356B9A"/>
                </a:solidFill>
              </a:defRPr>
            </a:lvl6pPr>
            <a:lvl7pPr algn="l">
              <a:defRPr sz="1500" b="1">
                <a:solidFill>
                  <a:srgbClr val="356B9A"/>
                </a:solidFill>
              </a:defRPr>
            </a:lvl7pPr>
            <a:lvl8pPr algn="l">
              <a:defRPr sz="1500" b="1">
                <a:solidFill>
                  <a:srgbClr val="356B9A"/>
                </a:solidFill>
              </a:defRPr>
            </a:lvl8pPr>
            <a:lvl9pPr algn="l">
              <a:defRPr sz="1500" b="1">
                <a:solidFill>
                  <a:srgbClr val="356B9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56B9A"/>
                </a:solidFill>
              </a:defRPr>
            </a:pPr>
            <a:r>
              <a:rPr sz="1500" b="1">
                <a:solidFill>
                  <a:srgbClr val="356B9A"/>
                </a:solidFill>
              </a:rPr>
              <a:t>offscreen document</a:t>
            </a:r>
          </a:p>
        </p:txBody>
      </p:sp>
      <p:sp>
        <p:nvSpPr>
          <p:cNvPr id="16" name="off-body">
            <a:extLst xmlns:a="http://schemas.openxmlformats.org/drawingml/2006/main">
              <a:ext uri="{FF2B5EF4-FFF2-40B4-BE49-F238E27FC236}">
                <a16:creationId xmlns:a16="http://schemas.microsoft.com/office/drawing/2014/main" id="{70CE9EC9-7D44-4B2B-9325-EE12403D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24350"/>
            <a:ext cx="21145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142B3B"/>
                </a:solidFill>
              </a:defRPr>
            </a:defPPr>
            <a:lvl1pPr algn="l">
              <a:defRPr sz="1125" b="0">
                <a:solidFill>
                  <a:srgbClr val="142B3B"/>
                </a:solidFill>
              </a:defRPr>
            </a:lvl1pPr>
            <a:lvl2pPr algn="l">
              <a:defRPr sz="1125" b="0">
                <a:solidFill>
                  <a:srgbClr val="142B3B"/>
                </a:solidFill>
              </a:defRPr>
            </a:lvl2pPr>
            <a:lvl3pPr algn="l">
              <a:defRPr sz="1125" b="0">
                <a:solidFill>
                  <a:srgbClr val="142B3B"/>
                </a:solidFill>
              </a:defRPr>
            </a:lvl3pPr>
            <a:lvl4pPr algn="l">
              <a:defRPr sz="1125" b="0">
                <a:solidFill>
                  <a:srgbClr val="142B3B"/>
                </a:solidFill>
              </a:defRPr>
            </a:lvl4pPr>
            <a:lvl5pPr algn="l">
              <a:defRPr sz="1125" b="0">
                <a:solidFill>
                  <a:srgbClr val="142B3B"/>
                </a:solidFill>
              </a:defRPr>
            </a:lvl5pPr>
            <a:lvl6pPr algn="l">
              <a:defRPr sz="1125" b="0">
                <a:solidFill>
                  <a:srgbClr val="142B3B"/>
                </a:solidFill>
              </a:defRPr>
            </a:lvl6pPr>
            <a:lvl7pPr algn="l">
              <a:defRPr sz="1125" b="0">
                <a:solidFill>
                  <a:srgbClr val="142B3B"/>
                </a:solidFill>
              </a:defRPr>
            </a:lvl7pPr>
            <a:lvl8pPr algn="l">
              <a:defRPr sz="1125" b="0">
                <a:solidFill>
                  <a:srgbClr val="142B3B"/>
                </a:solidFill>
              </a:defRPr>
            </a:lvl8pPr>
            <a:lvl9pPr algn="l">
              <a:defRPr sz="1125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Firebase SDKで認証・常時接続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Realtime Databaseの変更を監視</a:t>
            </a:r>
          </a:p>
        </p:txBody>
      </p:sp>
      <p:sp>
        <p:nvSpPr>
          <p:cNvPr id="17" name="db">
            <a:extLst xmlns:a="http://schemas.openxmlformats.org/drawingml/2006/main">
              <a:ext uri="{FF2B5EF4-FFF2-40B4-BE49-F238E27FC236}">
                <a16:creationId xmlns:a16="http://schemas.microsoft.com/office/drawing/2014/main" id="{2A12166C-CA2A-4C5F-9BC9-D0D22769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19350"/>
            <a:ext cx="21431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AF4ED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18" name="db-accent">
            <a:extLst xmlns:a="http://schemas.openxmlformats.org/drawingml/2006/main">
              <a:ext uri="{FF2B5EF4-FFF2-40B4-BE49-F238E27FC236}">
                <a16:creationId xmlns:a16="http://schemas.microsoft.com/office/drawing/2014/main" id="{2F9C4943-BB0A-4844-AB09-5442474D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193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b-title">
            <a:extLst xmlns:a="http://schemas.openxmlformats.org/drawingml/2006/main">
              <a:ext uri="{FF2B5EF4-FFF2-40B4-BE49-F238E27FC236}">
                <a16:creationId xmlns:a16="http://schemas.microsoft.com/office/drawing/2014/main" id="{32AD5A90-4D70-4E76-BD71-37CD677C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33650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397A58"/>
                </a:solidFill>
              </a:defRPr>
            </a:defPPr>
            <a:lvl1pPr algn="l">
              <a:defRPr sz="1500" b="1">
                <a:solidFill>
                  <a:srgbClr val="397A58"/>
                </a:solidFill>
              </a:defRPr>
            </a:lvl1pPr>
            <a:lvl2pPr algn="l">
              <a:defRPr sz="1500" b="1">
                <a:solidFill>
                  <a:srgbClr val="397A58"/>
                </a:solidFill>
              </a:defRPr>
            </a:lvl2pPr>
            <a:lvl3pPr algn="l">
              <a:defRPr sz="1500" b="1">
                <a:solidFill>
                  <a:srgbClr val="397A58"/>
                </a:solidFill>
              </a:defRPr>
            </a:lvl3pPr>
            <a:lvl4pPr algn="l">
              <a:defRPr sz="1500" b="1">
                <a:solidFill>
                  <a:srgbClr val="397A58"/>
                </a:solidFill>
              </a:defRPr>
            </a:lvl4pPr>
            <a:lvl5pPr algn="l">
              <a:defRPr sz="1500" b="1">
                <a:solidFill>
                  <a:srgbClr val="397A58"/>
                </a:solidFill>
              </a:defRPr>
            </a:lvl5pPr>
            <a:lvl6pPr algn="l">
              <a:defRPr sz="1500" b="1">
                <a:solidFill>
                  <a:srgbClr val="397A58"/>
                </a:solidFill>
              </a:defRPr>
            </a:lvl6pPr>
            <a:lvl7pPr algn="l">
              <a:defRPr sz="1500" b="1">
                <a:solidFill>
                  <a:srgbClr val="397A58"/>
                </a:solidFill>
              </a:defRPr>
            </a:lvl7pPr>
            <a:lvl8pPr algn="l">
              <a:defRPr sz="1500" b="1">
                <a:solidFill>
                  <a:srgbClr val="397A58"/>
                </a:solidFill>
              </a:defRPr>
            </a:lvl8pPr>
            <a:lvl9pPr algn="l">
              <a:defRPr sz="1500" b="1">
                <a:solidFill>
                  <a:srgbClr val="397A58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97A58"/>
                </a:solidFill>
              </a:defRPr>
            </a:pPr>
            <a:r>
              <a:rPr sz="1500" b="1">
                <a:solidFill>
                  <a:srgbClr val="397A58"/>
                </a:solidFill>
              </a:rPr>
              <a:t>データベース</a:t>
            </a:r>
          </a:p>
        </p:txBody>
      </p:sp>
      <p:sp>
        <p:nvSpPr>
          <p:cNvPr id="20" name="db-body">
            <a:extLst xmlns:a="http://schemas.openxmlformats.org/drawingml/2006/main">
              <a:ext uri="{FF2B5EF4-FFF2-40B4-BE49-F238E27FC236}">
                <a16:creationId xmlns:a16="http://schemas.microsoft.com/office/drawing/2014/main" id="{3C0581E9-8A2A-42D0-B929-A5CC997A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86075"/>
            <a:ext cx="17811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142B3B"/>
                </a:solidFill>
              </a:defRPr>
            </a:defPPr>
            <a:lvl1pPr algn="l">
              <a:defRPr sz="1125" b="0">
                <a:solidFill>
                  <a:srgbClr val="142B3B"/>
                </a:solidFill>
              </a:defRPr>
            </a:lvl1pPr>
            <a:lvl2pPr algn="l">
              <a:defRPr sz="1125" b="0">
                <a:solidFill>
                  <a:srgbClr val="142B3B"/>
                </a:solidFill>
              </a:defRPr>
            </a:lvl2pPr>
            <a:lvl3pPr algn="l">
              <a:defRPr sz="1125" b="0">
                <a:solidFill>
                  <a:srgbClr val="142B3B"/>
                </a:solidFill>
              </a:defRPr>
            </a:lvl3pPr>
            <a:lvl4pPr algn="l">
              <a:defRPr sz="1125" b="0">
                <a:solidFill>
                  <a:srgbClr val="142B3B"/>
                </a:solidFill>
              </a:defRPr>
            </a:lvl4pPr>
            <a:lvl5pPr algn="l">
              <a:defRPr sz="1125" b="0">
                <a:solidFill>
                  <a:srgbClr val="142B3B"/>
                </a:solidFill>
              </a:defRPr>
            </a:lvl5pPr>
            <a:lvl6pPr algn="l">
              <a:defRPr sz="1125" b="0">
                <a:solidFill>
                  <a:srgbClr val="142B3B"/>
                </a:solidFill>
              </a:defRPr>
            </a:lvl6pPr>
            <a:lvl7pPr algn="l">
              <a:defRPr sz="1125" b="0">
                <a:solidFill>
                  <a:srgbClr val="142B3B"/>
                </a:solidFill>
              </a:defRPr>
            </a:lvl7pPr>
            <a:lvl8pPr algn="l">
              <a:defRPr sz="1125" b="0">
                <a:solidFill>
                  <a:srgbClr val="142B3B"/>
                </a:solidFill>
              </a:defRPr>
            </a:lvl8pPr>
            <a:lvl9pPr algn="l">
              <a:defRPr sz="1125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Firebase Realtime Database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旅行・メンバー・候補日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出欠・候補地・投票</a:t>
            </a:r>
          </a:p>
        </p:txBody>
      </p:sp>
      <p:sp>
        <p:nvSpPr>
          <p:cNvPr id="21" name="local">
            <a:extLst xmlns:a="http://schemas.openxmlformats.org/drawingml/2006/main">
              <a:ext uri="{FF2B5EF4-FFF2-40B4-BE49-F238E27FC236}">
                <a16:creationId xmlns:a16="http://schemas.microsoft.com/office/drawing/2014/main" id="{19596CFF-1492-4255-BA4E-6519AD4B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214312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EEF0F0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22" name="local-accent">
            <a:extLst xmlns:a="http://schemas.openxmlformats.org/drawingml/2006/main">
              <a:ext uri="{FF2B5EF4-FFF2-40B4-BE49-F238E27FC236}">
                <a16:creationId xmlns:a16="http://schemas.microsoft.com/office/drawing/2014/main" id="{7BFCF388-94B0-494D-BC1A-DD066CA9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6667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ocal-title">
            <a:extLst xmlns:a="http://schemas.openxmlformats.org/drawingml/2006/main">
              <a:ext uri="{FF2B5EF4-FFF2-40B4-BE49-F238E27FC236}">
                <a16:creationId xmlns:a16="http://schemas.microsoft.com/office/drawing/2014/main" id="{DDF275E4-6344-4A30-BDCC-0F247746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536B78"/>
                </a:solidFill>
              </a:defRPr>
            </a:defPPr>
            <a:lvl1pPr algn="l">
              <a:defRPr sz="1425" b="1">
                <a:solidFill>
                  <a:srgbClr val="536B78"/>
                </a:solidFill>
              </a:defRPr>
            </a:lvl1pPr>
            <a:lvl2pPr algn="l">
              <a:defRPr sz="1425" b="1">
                <a:solidFill>
                  <a:srgbClr val="536B78"/>
                </a:solidFill>
              </a:defRPr>
            </a:lvl2pPr>
            <a:lvl3pPr algn="l">
              <a:defRPr sz="1425" b="1">
                <a:solidFill>
                  <a:srgbClr val="536B78"/>
                </a:solidFill>
              </a:defRPr>
            </a:lvl3pPr>
            <a:lvl4pPr algn="l">
              <a:defRPr sz="1425" b="1">
                <a:solidFill>
                  <a:srgbClr val="536B78"/>
                </a:solidFill>
              </a:defRPr>
            </a:lvl4pPr>
            <a:lvl5pPr algn="l">
              <a:defRPr sz="1425" b="1">
                <a:solidFill>
                  <a:srgbClr val="536B78"/>
                </a:solidFill>
              </a:defRPr>
            </a:lvl5pPr>
            <a:lvl6pPr algn="l">
              <a:defRPr sz="1425" b="1">
                <a:solidFill>
                  <a:srgbClr val="536B78"/>
                </a:solidFill>
              </a:defRPr>
            </a:lvl6pPr>
            <a:lvl7pPr algn="l">
              <a:defRPr sz="1425" b="1">
                <a:solidFill>
                  <a:srgbClr val="536B78"/>
                </a:solidFill>
              </a:defRPr>
            </a:lvl7pPr>
            <a:lvl8pPr algn="l">
              <a:defRPr sz="1425" b="1">
                <a:solidFill>
                  <a:srgbClr val="536B78"/>
                </a:solidFill>
              </a:defRPr>
            </a:lvl8pPr>
            <a:lvl9pPr algn="l">
              <a:defRPr sz="1425" b="1">
                <a:solidFill>
                  <a:srgbClr val="536B7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36B78"/>
                </a:solidFill>
              </a:defRPr>
            </a:pPr>
            <a:r>
              <a:rPr sz="1425" b="1">
                <a:solidFill>
                  <a:srgbClr val="536B78"/>
                </a:solidFill>
              </a:rPr>
              <a:t>端末内保存</a:t>
            </a:r>
          </a:p>
        </p:txBody>
      </p:sp>
      <p:sp>
        <p:nvSpPr>
          <p:cNvPr id="24" name="local-body">
            <a:extLst xmlns:a="http://schemas.openxmlformats.org/drawingml/2006/main">
              <a:ext uri="{FF2B5EF4-FFF2-40B4-BE49-F238E27FC236}">
                <a16:creationId xmlns:a16="http://schemas.microsoft.com/office/drawing/2014/main" id="{5F876327-8081-403E-B028-25EA80E7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29175"/>
            <a:ext cx="17811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142B3B"/>
                </a:solidFill>
              </a:defRPr>
            </a:defPPr>
            <a:lvl1pPr algn="l">
              <a:defRPr sz="1050" b="0">
                <a:solidFill>
                  <a:srgbClr val="142B3B"/>
                </a:solidFill>
              </a:defRPr>
            </a:lvl1pPr>
            <a:lvl2pPr algn="l">
              <a:defRPr sz="1050" b="0">
                <a:solidFill>
                  <a:srgbClr val="142B3B"/>
                </a:solidFill>
              </a:defRPr>
            </a:lvl2pPr>
            <a:lvl3pPr algn="l">
              <a:defRPr sz="1050" b="0">
                <a:solidFill>
                  <a:srgbClr val="142B3B"/>
                </a:solidFill>
              </a:defRPr>
            </a:lvl3pPr>
            <a:lvl4pPr algn="l">
              <a:defRPr sz="1050" b="0">
                <a:solidFill>
                  <a:srgbClr val="142B3B"/>
                </a:solidFill>
              </a:defRPr>
            </a:lvl4pPr>
            <a:lvl5pPr algn="l">
              <a:defRPr sz="1050" b="0">
                <a:solidFill>
                  <a:srgbClr val="142B3B"/>
                </a:solidFill>
              </a:defRPr>
            </a:lvl5pPr>
            <a:lvl6pPr algn="l">
              <a:defRPr sz="1050" b="0">
                <a:solidFill>
                  <a:srgbClr val="142B3B"/>
                </a:solidFill>
              </a:defRPr>
            </a:lvl6pPr>
            <a:lvl7pPr algn="l">
              <a:defRPr sz="1050" b="0">
                <a:solidFill>
                  <a:srgbClr val="142B3B"/>
                </a:solidFill>
              </a:defRPr>
            </a:lvl7pPr>
            <a:lvl8pPr algn="l">
              <a:defRPr sz="1050" b="0">
                <a:solidFill>
                  <a:srgbClr val="142B3B"/>
                </a:solidFill>
              </a:defRPr>
            </a:lvl8pPr>
            <a:lvl9pPr algn="l">
              <a:defRPr sz="1050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42B3B"/>
                </a:solidFill>
              </a:defRPr>
            </a:pPr>
            <a:r>
              <a:rPr sz="1050" b="0">
                <a:solidFill>
                  <a:srgbClr val="142B3B"/>
                </a:solidFill>
              </a:rPr>
              <a:t>chrome.storage.local</a:t>
            </a:r>
          </a:p>
          <a:p xmlns:a="http://schemas.openxmlformats.org/drawingml/2006/main">
            <a:pPr algn="l">
              <a:defRPr sz="1050" b="0">
                <a:solidFill>
                  <a:srgbClr val="142B3B"/>
                </a:solidFill>
              </a:defRPr>
            </a:pPr>
            <a:r>
              <a:rPr sz="1050" b="0">
                <a:solidFill>
                  <a:srgbClr val="142B3B"/>
                </a:solidFill>
              </a:rPr>
              <a:t>幹事の訪問地点・日程など</a:t>
            </a:r>
          </a:p>
        </p:txBody>
      </p:sp>
      <p:sp>
        <p:nvSpPr>
          <p:cNvPr id="25" name="google">
            <a:extLst xmlns:a="http://schemas.openxmlformats.org/drawingml/2006/main">
              <a:ext uri="{FF2B5EF4-FFF2-40B4-BE49-F238E27FC236}">
                <a16:creationId xmlns:a16="http://schemas.microsoft.com/office/drawing/2014/main" id="{29C6B71C-E268-4DF5-83F9-5B201895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28800"/>
            <a:ext cx="2095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26" name="google-accent">
            <a:extLst xmlns:a="http://schemas.openxmlformats.org/drawingml/2006/main">
              <a:ext uri="{FF2B5EF4-FFF2-40B4-BE49-F238E27FC236}">
                <a16:creationId xmlns:a16="http://schemas.microsoft.com/office/drawing/2014/main" id="{BBD567E5-68BD-4455-9AAA-002A8385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288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8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oogle-title">
            <a:extLst xmlns:a="http://schemas.openxmlformats.org/drawingml/2006/main">
              <a:ext uri="{FF2B5EF4-FFF2-40B4-BE49-F238E27FC236}">
                <a16:creationId xmlns:a16="http://schemas.microsoft.com/office/drawing/2014/main" id="{CC6783C5-6B8E-41AD-A037-40870B1B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431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B97819"/>
                </a:solidFill>
              </a:defRPr>
            </a:defPPr>
            <a:lvl1pPr algn="l">
              <a:defRPr sz="1500" b="1">
                <a:solidFill>
                  <a:srgbClr val="B97819"/>
                </a:solidFill>
              </a:defRPr>
            </a:lvl1pPr>
            <a:lvl2pPr algn="l">
              <a:defRPr sz="1500" b="1">
                <a:solidFill>
                  <a:srgbClr val="B97819"/>
                </a:solidFill>
              </a:defRPr>
            </a:lvl2pPr>
            <a:lvl3pPr algn="l">
              <a:defRPr sz="1500" b="1">
                <a:solidFill>
                  <a:srgbClr val="B97819"/>
                </a:solidFill>
              </a:defRPr>
            </a:lvl3pPr>
            <a:lvl4pPr algn="l">
              <a:defRPr sz="1500" b="1">
                <a:solidFill>
                  <a:srgbClr val="B97819"/>
                </a:solidFill>
              </a:defRPr>
            </a:lvl4pPr>
            <a:lvl5pPr algn="l">
              <a:defRPr sz="1500" b="1">
                <a:solidFill>
                  <a:srgbClr val="B97819"/>
                </a:solidFill>
              </a:defRPr>
            </a:lvl5pPr>
            <a:lvl6pPr algn="l">
              <a:defRPr sz="1500" b="1">
                <a:solidFill>
                  <a:srgbClr val="B97819"/>
                </a:solidFill>
              </a:defRPr>
            </a:lvl6pPr>
            <a:lvl7pPr algn="l">
              <a:defRPr sz="1500" b="1">
                <a:solidFill>
                  <a:srgbClr val="B97819"/>
                </a:solidFill>
              </a:defRPr>
            </a:lvl7pPr>
            <a:lvl8pPr algn="l">
              <a:defRPr sz="1500" b="1">
                <a:solidFill>
                  <a:srgbClr val="B97819"/>
                </a:solidFill>
              </a:defRPr>
            </a:lvl8pPr>
            <a:lvl9pPr algn="l">
              <a:defRPr sz="1500" b="1">
                <a:solidFill>
                  <a:srgbClr val="B97819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97819"/>
                </a:solidFill>
              </a:defRPr>
            </a:pPr>
            <a:r>
              <a:rPr sz="1500" b="1">
                <a:solidFill>
                  <a:srgbClr val="B97819"/>
                </a:solidFill>
              </a:rPr>
              <a:t>Google連携</a:t>
            </a:r>
          </a:p>
        </p:txBody>
      </p:sp>
      <p:sp>
        <p:nvSpPr>
          <p:cNvPr id="28" name="google-body">
            <a:extLst xmlns:a="http://schemas.openxmlformats.org/drawingml/2006/main">
              <a:ext uri="{FF2B5EF4-FFF2-40B4-BE49-F238E27FC236}">
                <a16:creationId xmlns:a16="http://schemas.microsoft.com/office/drawing/2014/main" id="{65A022DC-7960-4A03-B991-4587E911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95525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142B3B"/>
                </a:solidFill>
              </a:defRPr>
            </a:defPPr>
            <a:lvl1pPr algn="l">
              <a:defRPr sz="1125" b="0">
                <a:solidFill>
                  <a:srgbClr val="142B3B"/>
                </a:solidFill>
              </a:defRPr>
            </a:lvl1pPr>
            <a:lvl2pPr algn="l">
              <a:defRPr sz="1125" b="0">
                <a:solidFill>
                  <a:srgbClr val="142B3B"/>
                </a:solidFill>
              </a:defRPr>
            </a:lvl2pPr>
            <a:lvl3pPr algn="l">
              <a:defRPr sz="1125" b="0">
                <a:solidFill>
                  <a:srgbClr val="142B3B"/>
                </a:solidFill>
              </a:defRPr>
            </a:lvl3pPr>
            <a:lvl4pPr algn="l">
              <a:defRPr sz="1125" b="0">
                <a:solidFill>
                  <a:srgbClr val="142B3B"/>
                </a:solidFill>
              </a:defRPr>
            </a:lvl4pPr>
            <a:lvl5pPr algn="l">
              <a:defRPr sz="1125" b="0">
                <a:solidFill>
                  <a:srgbClr val="142B3B"/>
                </a:solidFill>
              </a:defRPr>
            </a:lvl5pPr>
            <a:lvl6pPr algn="l">
              <a:defRPr sz="1125" b="0">
                <a:solidFill>
                  <a:srgbClr val="142B3B"/>
                </a:solidFill>
              </a:defRPr>
            </a:lvl6pPr>
            <a:lvl7pPr algn="l">
              <a:defRPr sz="1125" b="0">
                <a:solidFill>
                  <a:srgbClr val="142B3B"/>
                </a:solidFill>
              </a:defRPr>
            </a:lvl7pPr>
            <a:lvl8pPr algn="l">
              <a:defRPr sz="1125" b="0">
                <a:solidFill>
                  <a:srgbClr val="142B3B"/>
                </a:solidFill>
              </a:defRPr>
            </a:lvl8pPr>
            <a:lvl9pPr algn="l">
              <a:defRPr sz="1125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Calendar API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Gmail API</a:t>
            </a:r>
          </a:p>
        </p:txBody>
      </p:sp>
      <p:sp>
        <p:nvSpPr>
          <p:cNvPr id="29" name="ai">
            <a:extLst xmlns:a="http://schemas.openxmlformats.org/drawingml/2006/main">
              <a:ext uri="{FF2B5EF4-FFF2-40B4-BE49-F238E27FC236}">
                <a16:creationId xmlns:a16="http://schemas.microsoft.com/office/drawing/2014/main" id="{5AD4EF75-26A3-4BF9-BD56-2620F16D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6710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30" name="ai-accent">
            <a:extLst xmlns:a="http://schemas.openxmlformats.org/drawingml/2006/main">
              <a:ext uri="{FF2B5EF4-FFF2-40B4-BE49-F238E27FC236}">
                <a16:creationId xmlns:a16="http://schemas.microsoft.com/office/drawing/2014/main" id="{B55FDA23-75B0-408C-9DA5-0FF397DC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671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8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i-title">
            <a:extLst xmlns:a="http://schemas.openxmlformats.org/drawingml/2006/main">
              <a:ext uri="{FF2B5EF4-FFF2-40B4-BE49-F238E27FC236}">
                <a16:creationId xmlns:a16="http://schemas.microsoft.com/office/drawing/2014/main" id="{2587EA00-3D02-4CBD-B8F1-9122AC45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814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B97819"/>
                </a:solidFill>
              </a:defRPr>
            </a:defPPr>
            <a:lvl1pPr algn="l">
              <a:defRPr sz="1425" b="1">
                <a:solidFill>
                  <a:srgbClr val="B97819"/>
                </a:solidFill>
              </a:defRPr>
            </a:lvl1pPr>
            <a:lvl2pPr algn="l">
              <a:defRPr sz="1425" b="1">
                <a:solidFill>
                  <a:srgbClr val="B97819"/>
                </a:solidFill>
              </a:defRPr>
            </a:lvl2pPr>
            <a:lvl3pPr algn="l">
              <a:defRPr sz="1425" b="1">
                <a:solidFill>
                  <a:srgbClr val="B97819"/>
                </a:solidFill>
              </a:defRPr>
            </a:lvl3pPr>
            <a:lvl4pPr algn="l">
              <a:defRPr sz="1425" b="1">
                <a:solidFill>
                  <a:srgbClr val="B97819"/>
                </a:solidFill>
              </a:defRPr>
            </a:lvl4pPr>
            <a:lvl5pPr algn="l">
              <a:defRPr sz="1425" b="1">
                <a:solidFill>
                  <a:srgbClr val="B97819"/>
                </a:solidFill>
              </a:defRPr>
            </a:lvl5pPr>
            <a:lvl6pPr algn="l">
              <a:defRPr sz="1425" b="1">
                <a:solidFill>
                  <a:srgbClr val="B97819"/>
                </a:solidFill>
              </a:defRPr>
            </a:lvl6pPr>
            <a:lvl7pPr algn="l">
              <a:defRPr sz="1425" b="1">
                <a:solidFill>
                  <a:srgbClr val="B97819"/>
                </a:solidFill>
              </a:defRPr>
            </a:lvl7pPr>
            <a:lvl8pPr algn="l">
              <a:defRPr sz="1425" b="1">
                <a:solidFill>
                  <a:srgbClr val="B97819"/>
                </a:solidFill>
              </a:defRPr>
            </a:lvl8pPr>
            <a:lvl9pPr algn="l">
              <a:defRPr sz="1425" b="1">
                <a:solidFill>
                  <a:srgbClr val="B97819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97819"/>
                </a:solidFill>
              </a:defRPr>
            </a:pPr>
            <a:r>
              <a:rPr sz="1425" b="1">
                <a:solidFill>
                  <a:srgbClr val="B97819"/>
                </a:solidFill>
              </a:rPr>
              <a:t>AI・位置検索</a:t>
            </a:r>
          </a:p>
        </p:txBody>
      </p:sp>
      <p:sp>
        <p:nvSpPr>
          <p:cNvPr id="32" name="ai-body">
            <a:extLst xmlns:a="http://schemas.openxmlformats.org/drawingml/2006/main">
              <a:ext uri="{FF2B5EF4-FFF2-40B4-BE49-F238E27FC236}">
                <a16:creationId xmlns:a16="http://schemas.microsoft.com/office/drawing/2014/main" id="{520400C5-91F8-423F-B4D2-B84C32BA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33825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142B3B"/>
                </a:solidFill>
              </a:defRPr>
            </a:defPPr>
            <a:lvl1pPr algn="l">
              <a:defRPr sz="1050" b="0">
                <a:solidFill>
                  <a:srgbClr val="142B3B"/>
                </a:solidFill>
              </a:defRPr>
            </a:lvl1pPr>
            <a:lvl2pPr algn="l">
              <a:defRPr sz="1050" b="0">
                <a:solidFill>
                  <a:srgbClr val="142B3B"/>
                </a:solidFill>
              </a:defRPr>
            </a:lvl2pPr>
            <a:lvl3pPr algn="l">
              <a:defRPr sz="1050" b="0">
                <a:solidFill>
                  <a:srgbClr val="142B3B"/>
                </a:solidFill>
              </a:defRPr>
            </a:lvl3pPr>
            <a:lvl4pPr algn="l">
              <a:defRPr sz="1050" b="0">
                <a:solidFill>
                  <a:srgbClr val="142B3B"/>
                </a:solidFill>
              </a:defRPr>
            </a:lvl4pPr>
            <a:lvl5pPr algn="l">
              <a:defRPr sz="1050" b="0">
                <a:solidFill>
                  <a:srgbClr val="142B3B"/>
                </a:solidFill>
              </a:defRPr>
            </a:lvl5pPr>
            <a:lvl6pPr algn="l">
              <a:defRPr sz="1050" b="0">
                <a:solidFill>
                  <a:srgbClr val="142B3B"/>
                </a:solidFill>
              </a:defRPr>
            </a:lvl6pPr>
            <a:lvl7pPr algn="l">
              <a:defRPr sz="1050" b="0">
                <a:solidFill>
                  <a:srgbClr val="142B3B"/>
                </a:solidFill>
              </a:defRPr>
            </a:lvl7pPr>
            <a:lvl8pPr algn="l">
              <a:defRPr sz="1050" b="0">
                <a:solidFill>
                  <a:srgbClr val="142B3B"/>
                </a:solidFill>
              </a:defRPr>
            </a:lvl8pPr>
            <a:lvl9pPr algn="l">
              <a:defRPr sz="1050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42B3B"/>
                </a:solidFill>
              </a:defRPr>
            </a:pPr>
            <a:r>
              <a:rPr sz="1050" b="0">
                <a:solidFill>
                  <a:srgbClr val="142B3B"/>
                </a:solidFill>
              </a:rPr>
              <a:t>Gemini API</a:t>
            </a:r>
          </a:p>
          <a:p xmlns:a="http://schemas.openxmlformats.org/drawingml/2006/main">
            <a:pPr algn="l">
              <a:defRPr sz="1050" b="0">
                <a:solidFill>
                  <a:srgbClr val="142B3B"/>
                </a:solidFill>
              </a:defRPr>
            </a:pPr>
            <a:r>
              <a:rPr sz="1050" b="0">
                <a:solidFill>
                  <a:srgbClr val="142B3B"/>
                </a:solidFill>
              </a:rPr>
              <a:t>Geocoding API</a:t>
            </a:r>
          </a:p>
        </p:txBody>
      </p:sp>
      <p:sp>
        <p:nvSpPr>
          <p:cNvPr id="33" name="maps">
            <a:extLst xmlns:a="http://schemas.openxmlformats.org/drawingml/2006/main">
              <a:ext uri="{FF2B5EF4-FFF2-40B4-BE49-F238E27FC236}">
                <a16:creationId xmlns:a16="http://schemas.microsoft.com/office/drawing/2014/main" id="{67F5B0A2-7A03-45F4-9237-94FEF24E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05350"/>
            <a:ext cx="209550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34" name="maps-accent">
            <a:extLst xmlns:a="http://schemas.openxmlformats.org/drawingml/2006/main">
              <a:ext uri="{FF2B5EF4-FFF2-40B4-BE49-F238E27FC236}">
                <a16:creationId xmlns:a16="http://schemas.microsoft.com/office/drawing/2014/main" id="{4283DF37-293B-41C1-8EA9-311170AF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05350"/>
            <a:ext cx="666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8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aps-title">
            <a:extLst xmlns:a="http://schemas.openxmlformats.org/drawingml/2006/main">
              <a:ext uri="{FF2B5EF4-FFF2-40B4-BE49-F238E27FC236}">
                <a16:creationId xmlns:a16="http://schemas.microsoft.com/office/drawing/2014/main" id="{AACA566A-5BEA-4E32-AA04-907650C1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96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B97819"/>
                </a:solidFill>
              </a:defRPr>
            </a:defPPr>
            <a:lvl1pPr algn="l">
              <a:defRPr sz="1425" b="1">
                <a:solidFill>
                  <a:srgbClr val="B97819"/>
                </a:solidFill>
              </a:defRPr>
            </a:lvl1pPr>
            <a:lvl2pPr algn="l">
              <a:defRPr sz="1425" b="1">
                <a:solidFill>
                  <a:srgbClr val="B97819"/>
                </a:solidFill>
              </a:defRPr>
            </a:lvl2pPr>
            <a:lvl3pPr algn="l">
              <a:defRPr sz="1425" b="1">
                <a:solidFill>
                  <a:srgbClr val="B97819"/>
                </a:solidFill>
              </a:defRPr>
            </a:lvl3pPr>
            <a:lvl4pPr algn="l">
              <a:defRPr sz="1425" b="1">
                <a:solidFill>
                  <a:srgbClr val="B97819"/>
                </a:solidFill>
              </a:defRPr>
            </a:lvl4pPr>
            <a:lvl5pPr algn="l">
              <a:defRPr sz="1425" b="1">
                <a:solidFill>
                  <a:srgbClr val="B97819"/>
                </a:solidFill>
              </a:defRPr>
            </a:lvl5pPr>
            <a:lvl6pPr algn="l">
              <a:defRPr sz="1425" b="1">
                <a:solidFill>
                  <a:srgbClr val="B97819"/>
                </a:solidFill>
              </a:defRPr>
            </a:lvl6pPr>
            <a:lvl7pPr algn="l">
              <a:defRPr sz="1425" b="1">
                <a:solidFill>
                  <a:srgbClr val="B97819"/>
                </a:solidFill>
              </a:defRPr>
            </a:lvl7pPr>
            <a:lvl8pPr algn="l">
              <a:defRPr sz="1425" b="1">
                <a:solidFill>
                  <a:srgbClr val="B97819"/>
                </a:solidFill>
              </a:defRPr>
            </a:lvl8pPr>
            <a:lvl9pPr algn="l">
              <a:defRPr sz="1425" b="1">
                <a:solidFill>
                  <a:srgbClr val="B97819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97819"/>
                </a:solidFill>
              </a:defRPr>
            </a:pPr>
            <a:r>
              <a:rPr sz="1425" b="1">
                <a:solidFill>
                  <a:srgbClr val="B97819"/>
                </a:solidFill>
              </a:rPr>
              <a:t>地図サービス</a:t>
            </a:r>
          </a:p>
        </p:txBody>
      </p:sp>
      <p:sp>
        <p:nvSpPr>
          <p:cNvPr id="36" name="maps-body">
            <a:extLst xmlns:a="http://schemas.openxmlformats.org/drawingml/2006/main">
              <a:ext uri="{FF2B5EF4-FFF2-40B4-BE49-F238E27FC236}">
                <a16:creationId xmlns:a16="http://schemas.microsoft.com/office/drawing/2014/main" id="{3D193CB1-AD91-42F3-A79E-1A2C5515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72075"/>
            <a:ext cx="173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142B3B"/>
                </a:solidFill>
              </a:defRPr>
            </a:defPPr>
            <a:lvl1pPr algn="l">
              <a:defRPr sz="1050" b="0">
                <a:solidFill>
                  <a:srgbClr val="142B3B"/>
                </a:solidFill>
              </a:defRPr>
            </a:lvl1pPr>
            <a:lvl2pPr algn="l">
              <a:defRPr sz="1050" b="0">
                <a:solidFill>
                  <a:srgbClr val="142B3B"/>
                </a:solidFill>
              </a:defRPr>
            </a:lvl2pPr>
            <a:lvl3pPr algn="l">
              <a:defRPr sz="1050" b="0">
                <a:solidFill>
                  <a:srgbClr val="142B3B"/>
                </a:solidFill>
              </a:defRPr>
            </a:lvl3pPr>
            <a:lvl4pPr algn="l">
              <a:defRPr sz="1050" b="0">
                <a:solidFill>
                  <a:srgbClr val="142B3B"/>
                </a:solidFill>
              </a:defRPr>
            </a:lvl4pPr>
            <a:lvl5pPr algn="l">
              <a:defRPr sz="1050" b="0">
                <a:solidFill>
                  <a:srgbClr val="142B3B"/>
                </a:solidFill>
              </a:defRPr>
            </a:lvl5pPr>
            <a:lvl6pPr algn="l">
              <a:defRPr sz="1050" b="0">
                <a:solidFill>
                  <a:srgbClr val="142B3B"/>
                </a:solidFill>
              </a:defRPr>
            </a:lvl6pPr>
            <a:lvl7pPr algn="l">
              <a:defRPr sz="1050" b="0">
                <a:solidFill>
                  <a:srgbClr val="142B3B"/>
                </a:solidFill>
              </a:defRPr>
            </a:lvl7pPr>
            <a:lvl8pPr algn="l">
              <a:defRPr sz="1050" b="0">
                <a:solidFill>
                  <a:srgbClr val="142B3B"/>
                </a:solidFill>
              </a:defRPr>
            </a:lvl8pPr>
            <a:lvl9pPr algn="l">
              <a:defRPr sz="1050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42B3B"/>
                </a:solidFill>
              </a:defRPr>
            </a:pPr>
            <a:r>
              <a:rPr sz="1050" b="0">
                <a:solidFill>
                  <a:srgbClr val="142B3B"/>
                </a:solidFill>
              </a:rPr>
              <a:t>Google マップ</a:t>
            </a:r>
          </a:p>
          <a:p xmlns:a="http://schemas.openxmlformats.org/drawingml/2006/main">
            <a:pPr algn="l">
              <a:defRPr sz="1050" b="0">
                <a:solidFill>
                  <a:srgbClr val="142B3B"/>
                </a:solidFill>
              </a:defRPr>
            </a:pPr>
            <a:r>
              <a:rPr sz="1050" b="0">
                <a:solidFill>
                  <a:srgbClr val="142B3B"/>
                </a:solidFill>
              </a:rPr>
              <a:t>ルート案内を開く</a:t>
            </a:r>
          </a:p>
        </p:txBody>
      </p:sp>
      <p:sp>
        <p:nvSpPr>
          <p:cNvPr id="44" name="label-messages">
            <a:extLst xmlns:a="http://schemas.openxmlformats.org/drawingml/2006/main">
              <a:ext uri="{FF2B5EF4-FFF2-40B4-BE49-F238E27FC236}">
                <a16:creationId xmlns:a16="http://schemas.microsoft.com/office/drawing/2014/main" id="{B73FFF26-C694-4AA9-BA06-D5BF3579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536B78"/>
                </a:solidFill>
              </a:defRPr>
            </a:defPPr>
            <a:lvl1pPr algn="l">
              <a:defRPr sz="975" b="0">
                <a:solidFill>
                  <a:srgbClr val="536B78"/>
                </a:solidFill>
              </a:defRPr>
            </a:lvl1pPr>
            <a:lvl2pPr algn="l">
              <a:defRPr sz="975" b="0">
                <a:solidFill>
                  <a:srgbClr val="536B78"/>
                </a:solidFill>
              </a:defRPr>
            </a:lvl2pPr>
            <a:lvl3pPr algn="l">
              <a:defRPr sz="975" b="0">
                <a:solidFill>
                  <a:srgbClr val="536B78"/>
                </a:solidFill>
              </a:defRPr>
            </a:lvl3pPr>
            <a:lvl4pPr algn="l">
              <a:defRPr sz="975" b="0">
                <a:solidFill>
                  <a:srgbClr val="536B78"/>
                </a:solidFill>
              </a:defRPr>
            </a:lvl4pPr>
            <a:lvl5pPr algn="l">
              <a:defRPr sz="975" b="0">
                <a:solidFill>
                  <a:srgbClr val="536B78"/>
                </a:solidFill>
              </a:defRPr>
            </a:lvl5pPr>
            <a:lvl6pPr algn="l">
              <a:defRPr sz="975" b="0">
                <a:solidFill>
                  <a:srgbClr val="536B78"/>
                </a:solidFill>
              </a:defRPr>
            </a:lvl6pPr>
            <a:lvl7pPr algn="l">
              <a:defRPr sz="975" b="0">
                <a:solidFill>
                  <a:srgbClr val="536B78"/>
                </a:solidFill>
              </a:defRPr>
            </a:lvl7pPr>
            <a:lvl8pPr algn="l">
              <a:defRPr sz="975" b="0">
                <a:solidFill>
                  <a:srgbClr val="536B78"/>
                </a:solidFill>
              </a:defRPr>
            </a:lvl8pPr>
            <a:lvl9pPr algn="l">
              <a:defRPr sz="975" b="0">
                <a:solidFill>
                  <a:srgbClr val="536B78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B78"/>
                </a:solidFill>
              </a:defRPr>
            </a:pPr>
            <a:r>
              <a:rPr sz="975" b="0">
                <a:solidFill>
                  <a:srgbClr val="536B78"/>
                </a:solidFill>
              </a:rPr>
              <a:t>拡張機能内メッセージ</a:t>
            </a:r>
          </a:p>
        </p:txBody>
      </p:sp>
      <p:sp>
        <p:nvSpPr>
          <p:cNvPr id="45" name="label-oauth">
            <a:extLst xmlns:a="http://schemas.openxmlformats.org/drawingml/2006/main">
              <a:ext uri="{FF2B5EF4-FFF2-40B4-BE49-F238E27FC236}">
                <a16:creationId xmlns:a16="http://schemas.microsoft.com/office/drawing/2014/main" id="{BED231FA-B35B-4345-818D-6005B38A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716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B97819"/>
                </a:solidFill>
              </a:defRPr>
            </a:defPPr>
            <a:lvl1pPr algn="l">
              <a:defRPr sz="975" b="0">
                <a:solidFill>
                  <a:srgbClr val="B97819"/>
                </a:solidFill>
              </a:defRPr>
            </a:lvl1pPr>
            <a:lvl2pPr algn="l">
              <a:defRPr sz="975" b="0">
                <a:solidFill>
                  <a:srgbClr val="B97819"/>
                </a:solidFill>
              </a:defRPr>
            </a:lvl2pPr>
            <a:lvl3pPr algn="l">
              <a:defRPr sz="975" b="0">
                <a:solidFill>
                  <a:srgbClr val="B97819"/>
                </a:solidFill>
              </a:defRPr>
            </a:lvl3pPr>
            <a:lvl4pPr algn="l">
              <a:defRPr sz="975" b="0">
                <a:solidFill>
                  <a:srgbClr val="B97819"/>
                </a:solidFill>
              </a:defRPr>
            </a:lvl4pPr>
            <a:lvl5pPr algn="l">
              <a:defRPr sz="975" b="0">
                <a:solidFill>
                  <a:srgbClr val="B97819"/>
                </a:solidFill>
              </a:defRPr>
            </a:lvl5pPr>
            <a:lvl6pPr algn="l">
              <a:defRPr sz="975" b="0">
                <a:solidFill>
                  <a:srgbClr val="B97819"/>
                </a:solidFill>
              </a:defRPr>
            </a:lvl6pPr>
            <a:lvl7pPr algn="l">
              <a:defRPr sz="975" b="0">
                <a:solidFill>
                  <a:srgbClr val="B97819"/>
                </a:solidFill>
              </a:defRPr>
            </a:lvl7pPr>
            <a:lvl8pPr algn="l">
              <a:defRPr sz="975" b="0">
                <a:solidFill>
                  <a:srgbClr val="B97819"/>
                </a:solidFill>
              </a:defRPr>
            </a:lvl8pPr>
            <a:lvl9pPr algn="l">
              <a:defRPr sz="975" b="0">
                <a:solidFill>
                  <a:srgbClr val="B9781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B97819"/>
                </a:solidFill>
              </a:defRPr>
            </a:pPr>
            <a:r>
              <a:rPr sz="975" b="0">
                <a:solidFill>
                  <a:srgbClr val="B97819"/>
                </a:solidFill>
              </a:rPr>
              <a:t>Google OAuth</a:t>
            </a:r>
          </a:p>
        </p:txBody>
      </p:sp>
      <p:sp>
        <p:nvSpPr>
          <p:cNvPr id="46" name="label-local">
            <a:extLst xmlns:a="http://schemas.openxmlformats.org/drawingml/2006/main">
              <a:ext uri="{FF2B5EF4-FFF2-40B4-BE49-F238E27FC236}">
                <a16:creationId xmlns:a16="http://schemas.microsoft.com/office/drawing/2014/main" id="{CCEA4086-6959-4DB4-93C6-8A76B32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862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536B78"/>
                </a:solidFill>
              </a:defRPr>
            </a:defPPr>
            <a:lvl1pPr algn="l">
              <a:defRPr sz="975" b="0">
                <a:solidFill>
                  <a:srgbClr val="536B78"/>
                </a:solidFill>
              </a:defRPr>
            </a:lvl1pPr>
            <a:lvl2pPr algn="l">
              <a:defRPr sz="975" b="0">
                <a:solidFill>
                  <a:srgbClr val="536B78"/>
                </a:solidFill>
              </a:defRPr>
            </a:lvl2pPr>
            <a:lvl3pPr algn="l">
              <a:defRPr sz="975" b="0">
                <a:solidFill>
                  <a:srgbClr val="536B78"/>
                </a:solidFill>
              </a:defRPr>
            </a:lvl3pPr>
            <a:lvl4pPr algn="l">
              <a:defRPr sz="975" b="0">
                <a:solidFill>
                  <a:srgbClr val="536B78"/>
                </a:solidFill>
              </a:defRPr>
            </a:lvl4pPr>
            <a:lvl5pPr algn="l">
              <a:defRPr sz="975" b="0">
                <a:solidFill>
                  <a:srgbClr val="536B78"/>
                </a:solidFill>
              </a:defRPr>
            </a:lvl5pPr>
            <a:lvl6pPr algn="l">
              <a:defRPr sz="975" b="0">
                <a:solidFill>
                  <a:srgbClr val="536B78"/>
                </a:solidFill>
              </a:defRPr>
            </a:lvl6pPr>
            <a:lvl7pPr algn="l">
              <a:defRPr sz="975" b="0">
                <a:solidFill>
                  <a:srgbClr val="536B78"/>
                </a:solidFill>
              </a:defRPr>
            </a:lvl7pPr>
            <a:lvl8pPr algn="l">
              <a:defRPr sz="975" b="0">
                <a:solidFill>
                  <a:srgbClr val="536B78"/>
                </a:solidFill>
              </a:defRPr>
            </a:lvl8pPr>
            <a:lvl9pPr algn="l">
              <a:defRPr sz="975" b="0">
                <a:solidFill>
                  <a:srgbClr val="536B78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B78"/>
                </a:solidFill>
              </a:defRPr>
            </a:pPr>
            <a:r>
              <a:rPr sz="975" b="0">
                <a:solidFill>
                  <a:srgbClr val="536B78"/>
                </a:solidFill>
              </a:rPr>
              <a:t>ローカル保存</a:t>
            </a:r>
          </a:p>
        </p:txBody>
      </p:sp>
      <p:sp>
        <p:nvSpPr>
          <p:cNvPr id="47" name="arch-foot">
            <a:extLst xmlns:a="http://schemas.openxmlformats.org/drawingml/2006/main">
              <a:ext uri="{FF2B5EF4-FFF2-40B4-BE49-F238E27FC236}">
                <a16:creationId xmlns:a16="http://schemas.microsoft.com/office/drawing/2014/main" id="{CB4A6D85-D9DB-44B4-AD8F-ECDE7E0B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42B3B"/>
                </a:solidFill>
              </a:defRPr>
            </a:defPPr>
            <a:lvl1pPr algn="l">
              <a:defRPr sz="1275" b="1">
                <a:solidFill>
                  <a:srgbClr val="142B3B"/>
                </a:solidFill>
              </a:defRPr>
            </a:lvl1pPr>
            <a:lvl2pPr algn="l">
              <a:defRPr sz="1275" b="1">
                <a:solidFill>
                  <a:srgbClr val="142B3B"/>
                </a:solidFill>
              </a:defRPr>
            </a:lvl2pPr>
            <a:lvl3pPr algn="l">
              <a:defRPr sz="1275" b="1">
                <a:solidFill>
                  <a:srgbClr val="142B3B"/>
                </a:solidFill>
              </a:defRPr>
            </a:lvl3pPr>
            <a:lvl4pPr algn="l">
              <a:defRPr sz="1275" b="1">
                <a:solidFill>
                  <a:srgbClr val="142B3B"/>
                </a:solidFill>
              </a:defRPr>
            </a:lvl4pPr>
            <a:lvl5pPr algn="l">
              <a:defRPr sz="1275" b="1">
                <a:solidFill>
                  <a:srgbClr val="142B3B"/>
                </a:solidFill>
              </a:defRPr>
            </a:lvl5pPr>
            <a:lvl6pPr algn="l">
              <a:defRPr sz="1275" b="1">
                <a:solidFill>
                  <a:srgbClr val="142B3B"/>
                </a:solidFill>
              </a:defRPr>
            </a:lvl6pPr>
            <a:lvl7pPr algn="l">
              <a:defRPr sz="1275" b="1">
                <a:solidFill>
                  <a:srgbClr val="142B3B"/>
                </a:solidFill>
              </a:defRPr>
            </a:lvl7pPr>
            <a:lvl8pPr algn="l">
              <a:defRPr sz="1275" b="1">
                <a:solidFill>
                  <a:srgbClr val="142B3B"/>
                </a:solidFill>
              </a:defRPr>
            </a:lvl8pPr>
            <a:lvl9pPr algn="l">
              <a:defRPr sz="1275" b="1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2B3B"/>
                </a:solidFill>
              </a:defRPr>
            </a:pPr>
            <a:r>
              <a:rPr sz="1275" b="1">
                <a:solidFill>
                  <a:srgbClr val="142B3B"/>
                </a:solidFill>
              </a:rPr>
              <a:t>独立した自前のWebサーバーはなく、拡張機能の各実行領域がFirebaseと外部APIに接続</a:t>
            </a:r>
          </a:p>
        </p:txBody>
      </p:sp>
    </p:spTree>
    <p:extLst>
      <p:ext uri="{BB962C8B-B14F-4D97-AF65-F5344CB8AC3E}">
        <p14:creationId xmlns:p14="http://schemas.microsoft.com/office/powerpoint/2010/main" val="734738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0A0AD3-A344-4C5D-B04A-AC9102B83710}"/>
              </a:ext>
            </a:extLst>
          </p:cNvPr>
          <p:cNvCxnSpPr>
            <a:stCxn xmlns:a="http://schemas.openxmlformats.org/drawingml/2006/main" id="14" idx="1"/>
            <a:endCxn xmlns:a="http://schemas.openxmlformats.org/drawingml/2006/main" id="39" idx="0"/>
          </p:cNvCxnSpPr>
          <p:nvPr/>
        </p:nvCxnSpPr>
        <p:spPr>
          <a:xfrm xmlns:a="http://schemas.openxmlformats.org/drawingml/2006/main" flipH="1">
            <a:off x="1666875" y="2571750"/>
            <a:ext cx="4448175" cy="1152525"/>
          </a:xfrm>
          <a:prstGeom xmlns:a="http://schemas.openxmlformats.org/drawingml/2006/main" prst="bentConnector4">
            <a:avLst>
              <a:gd name="adj1" fmla="val 5139"/>
              <a:gd name="adj2" fmla="val 80165"/>
            </a:avLst>
          </a:prstGeom>
          <a:ln xmlns:a="http://schemas.openxmlformats.org/drawingml/2006/main" w="19050">
            <a:solidFill>
              <a:srgbClr val="B97819"/>
            </a:solidFill>
            <a:prstDash val="solid"/>
            <a:tailEnd type="arrow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A197F5-AA7E-4968-A853-E4EC813ADC8F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8496300" y="2571750"/>
            <a:ext cx="1924050" cy="1152525"/>
          </a:xfrm>
          <a:prstGeom xmlns:a="http://schemas.openxmlformats.org/drawingml/2006/main" prst="bentConnector4">
            <a:avLst>
              <a:gd name="adj1" fmla="val 11881"/>
              <a:gd name="adj2" fmla="val 80165"/>
            </a:avLst>
          </a:prstGeom>
          <a:ln xmlns:a="http://schemas.openxmlformats.org/drawingml/2006/main" w="19050">
            <a:solidFill>
              <a:srgbClr val="B97819"/>
            </a:solidFill>
            <a:prstDash val="solid"/>
            <a:tailEnd type="arrow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227AED-6E4D-4BF6-B5EA-65BDBBA9CB53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496300" y="257175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8"/>
            </a:solidFill>
            <a:prstDash val="soli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5FC3C0-F754-4D73-94C5-E1B50F84B17B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5448300" y="4229100"/>
            <a:ext cx="666750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97A58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D48550-7922-4AC5-82E7-D94157E84EE3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7305675" y="31718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A58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9C1D9-FB1F-499D-82CE-9E75F04DE26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448300" y="2571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6B9A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A0B88-C9A2-4A2D-AF15-6441D98196F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86050" y="25717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med" len="med"/>
          </a:ln>
        </p:spPr>
      </p:cxnSp>
      <p:sp>
        <p:nvSpPr>
          <p:cNvPr id="50" name="title-3">
            <a:extLst xmlns:a="http://schemas.openxmlformats.org/drawingml/2006/main">
              <a:ext uri="{FF2B5EF4-FFF2-40B4-BE49-F238E27FC236}">
                <a16:creationId xmlns:a16="http://schemas.microsoft.com/office/drawing/2014/main" id="{707841E7-F6FE-4ECF-A588-30DE56D0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42B3B"/>
                </a:solidFill>
              </a:defRPr>
            </a:defPPr>
            <a:lvl1pPr algn="l">
              <a:defRPr sz="2550" b="1">
                <a:solidFill>
                  <a:srgbClr val="142B3B"/>
                </a:solidFill>
              </a:defRPr>
            </a:lvl1pPr>
            <a:lvl2pPr algn="l">
              <a:defRPr sz="2550" b="1">
                <a:solidFill>
                  <a:srgbClr val="142B3B"/>
                </a:solidFill>
              </a:defRPr>
            </a:lvl2pPr>
            <a:lvl3pPr algn="l">
              <a:defRPr sz="2550" b="1">
                <a:solidFill>
                  <a:srgbClr val="142B3B"/>
                </a:solidFill>
              </a:defRPr>
            </a:lvl3pPr>
            <a:lvl4pPr algn="l">
              <a:defRPr sz="2550" b="1">
                <a:solidFill>
                  <a:srgbClr val="142B3B"/>
                </a:solidFill>
              </a:defRPr>
            </a:lvl4pPr>
            <a:lvl5pPr algn="l">
              <a:defRPr sz="2550" b="1">
                <a:solidFill>
                  <a:srgbClr val="142B3B"/>
                </a:solidFill>
              </a:defRPr>
            </a:lvl5pPr>
            <a:lvl6pPr algn="l">
              <a:defRPr sz="2550" b="1">
                <a:solidFill>
                  <a:srgbClr val="142B3B"/>
                </a:solidFill>
              </a:defRPr>
            </a:lvl6pPr>
            <a:lvl7pPr algn="l">
              <a:defRPr sz="2550" b="1">
                <a:solidFill>
                  <a:srgbClr val="142B3B"/>
                </a:solidFill>
              </a:defRPr>
            </a:lvl7pPr>
            <a:lvl8pPr algn="l">
              <a:defRPr sz="2550" b="1">
                <a:solidFill>
                  <a:srgbClr val="142B3B"/>
                </a:solidFill>
              </a:defRPr>
            </a:lvl8pPr>
            <a:lvl9pPr algn="l">
              <a:defRPr sz="2550" b="1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B3B"/>
                </a:solidFill>
              </a:defRPr>
            </a:pPr>
            <a:r>
              <a:rPr sz="2550" b="1">
                <a:solidFill>
                  <a:srgbClr val="142B3B"/>
                </a:solidFill>
              </a:rPr>
              <a:t>データの流れ</a:t>
            </a:r>
          </a:p>
        </p:txBody>
      </p:sp>
      <p:sp>
        <p:nvSpPr>
          <p:cNvPr id="2" name="sub-3">
            <a:extLst xmlns:a="http://schemas.openxmlformats.org/drawingml/2006/main">
              <a:ext uri="{FF2B5EF4-FFF2-40B4-BE49-F238E27FC236}">
                <a16:creationId xmlns:a16="http://schemas.microsoft.com/office/drawing/2014/main" id="{65EA5EF0-6B8E-48B2-8B41-4F9FADCA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36B78"/>
                </a:solidFill>
              </a:defRPr>
            </a:defPPr>
            <a:lvl1pPr algn="l">
              <a:defRPr sz="1200" b="0">
                <a:solidFill>
                  <a:srgbClr val="536B78"/>
                </a:solidFill>
              </a:defRPr>
            </a:lvl1pPr>
            <a:lvl2pPr algn="l">
              <a:defRPr sz="1200" b="0">
                <a:solidFill>
                  <a:srgbClr val="536B78"/>
                </a:solidFill>
              </a:defRPr>
            </a:lvl2pPr>
            <a:lvl3pPr algn="l">
              <a:defRPr sz="1200" b="0">
                <a:solidFill>
                  <a:srgbClr val="536B78"/>
                </a:solidFill>
              </a:defRPr>
            </a:lvl3pPr>
            <a:lvl4pPr algn="l">
              <a:defRPr sz="1200" b="0">
                <a:solidFill>
                  <a:srgbClr val="536B78"/>
                </a:solidFill>
              </a:defRPr>
            </a:lvl4pPr>
            <a:lvl5pPr algn="l">
              <a:defRPr sz="1200" b="0">
                <a:solidFill>
                  <a:srgbClr val="536B78"/>
                </a:solidFill>
              </a:defRPr>
            </a:lvl5pPr>
            <a:lvl6pPr algn="l">
              <a:defRPr sz="1200" b="0">
                <a:solidFill>
                  <a:srgbClr val="536B78"/>
                </a:solidFill>
              </a:defRPr>
            </a:lvl6pPr>
            <a:lvl7pPr algn="l">
              <a:defRPr sz="1200" b="0">
                <a:solidFill>
                  <a:srgbClr val="536B78"/>
                </a:solidFill>
              </a:defRPr>
            </a:lvl7pPr>
            <a:lvl8pPr algn="l">
              <a:defRPr sz="1200" b="0">
                <a:solidFill>
                  <a:srgbClr val="536B78"/>
                </a:solidFill>
              </a:defRPr>
            </a:lvl8pPr>
            <a:lvl9pPr algn="l">
              <a:defRPr sz="1200" b="0">
                <a:solidFill>
                  <a:srgbClr val="536B7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B78"/>
                </a:solidFill>
              </a:defRPr>
            </a:pPr>
            <a:r>
              <a:rPr sz="1200" b="0">
                <a:solidFill>
                  <a:srgbClr val="536B78"/>
                </a:solidFill>
              </a:rPr>
              <a:t>画面操作は拡張機能内のメッセージを経由し、用途別の保存先・APIへ進む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B3881E27-B722-4B33-AE08-F9F5C3ED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11631AD7-A13D-4AC5-AE30-A5FE6894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536B78"/>
                </a:solidFill>
              </a:defRPr>
            </a:defPPr>
            <a:lvl1pPr algn="r">
              <a:defRPr sz="975" b="0">
                <a:solidFill>
                  <a:srgbClr val="536B78"/>
                </a:solidFill>
              </a:defRPr>
            </a:lvl1pPr>
            <a:lvl2pPr algn="r">
              <a:defRPr sz="975" b="0">
                <a:solidFill>
                  <a:srgbClr val="536B78"/>
                </a:solidFill>
              </a:defRPr>
            </a:lvl2pPr>
            <a:lvl3pPr algn="r">
              <a:defRPr sz="975" b="0">
                <a:solidFill>
                  <a:srgbClr val="536B78"/>
                </a:solidFill>
              </a:defRPr>
            </a:lvl3pPr>
            <a:lvl4pPr algn="r">
              <a:defRPr sz="975" b="0">
                <a:solidFill>
                  <a:srgbClr val="536B78"/>
                </a:solidFill>
              </a:defRPr>
            </a:lvl4pPr>
            <a:lvl5pPr algn="r">
              <a:defRPr sz="975" b="0">
                <a:solidFill>
                  <a:srgbClr val="536B78"/>
                </a:solidFill>
              </a:defRPr>
            </a:lvl5pPr>
            <a:lvl6pPr algn="r">
              <a:defRPr sz="975" b="0">
                <a:solidFill>
                  <a:srgbClr val="536B78"/>
                </a:solidFill>
              </a:defRPr>
            </a:lvl6pPr>
            <a:lvl7pPr algn="r">
              <a:defRPr sz="975" b="0">
                <a:solidFill>
                  <a:srgbClr val="536B78"/>
                </a:solidFill>
              </a:defRPr>
            </a:lvl7pPr>
            <a:lvl8pPr algn="r">
              <a:defRPr sz="975" b="0">
                <a:solidFill>
                  <a:srgbClr val="536B78"/>
                </a:solidFill>
              </a:defRPr>
            </a:lvl8pPr>
            <a:lvl9pPr algn="r">
              <a:defRPr sz="975" b="0">
                <a:solidFill>
                  <a:srgbClr val="536B78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36B78"/>
                </a:solidFill>
              </a:defRPr>
            </a:pPr>
            <a:r>
              <a:rPr sz="975" b="0">
                <a:solidFill>
                  <a:srgbClr val="536B78"/>
                </a:solidFill>
              </a:rPr>
              <a:t>03</a:t>
            </a:r>
          </a:p>
        </p:txBody>
      </p:sp>
      <p:sp>
        <p:nvSpPr>
          <p:cNvPr id="5" name="lane-user">
            <a:extLst xmlns:a="http://schemas.openxmlformats.org/drawingml/2006/main">
              <a:ext uri="{FF2B5EF4-FFF2-40B4-BE49-F238E27FC236}">
                <a16:creationId xmlns:a16="http://schemas.microsoft.com/office/drawing/2014/main" id="{8E57BDC0-7B96-4461-8780-BA6CDB72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</a:defRPr>
            </a:defPPr>
            <a:lvl1pPr algn="l">
              <a:defRPr sz="1275" b="1">
                <a:solidFill>
                  <a:srgbClr val="087F8C"/>
                </a:solidFill>
              </a:defRPr>
            </a:lvl1pPr>
            <a:lvl2pPr algn="l">
              <a:defRPr sz="1275" b="1">
                <a:solidFill>
                  <a:srgbClr val="087F8C"/>
                </a:solidFill>
              </a:defRPr>
            </a:lvl2pPr>
            <a:lvl3pPr algn="l">
              <a:defRPr sz="1275" b="1">
                <a:solidFill>
                  <a:srgbClr val="087F8C"/>
                </a:solidFill>
              </a:defRPr>
            </a:lvl3pPr>
            <a:lvl4pPr algn="l">
              <a:defRPr sz="1275" b="1">
                <a:solidFill>
                  <a:srgbClr val="087F8C"/>
                </a:solidFill>
              </a:defRPr>
            </a:lvl4pPr>
            <a:lvl5pPr algn="l">
              <a:defRPr sz="1275" b="1">
                <a:solidFill>
                  <a:srgbClr val="087F8C"/>
                </a:solidFill>
              </a:defRPr>
            </a:lvl5pPr>
            <a:lvl6pPr algn="l">
              <a:defRPr sz="1275" b="1">
                <a:solidFill>
                  <a:srgbClr val="087F8C"/>
                </a:solidFill>
              </a:defRPr>
            </a:lvl6pPr>
            <a:lvl7pPr algn="l">
              <a:defRPr sz="1275" b="1">
                <a:solidFill>
                  <a:srgbClr val="087F8C"/>
                </a:solidFill>
              </a:defRPr>
            </a:lvl7pPr>
            <a:lvl8pPr algn="l">
              <a:defRPr sz="1275" b="1">
                <a:solidFill>
                  <a:srgbClr val="087F8C"/>
                </a:solidFill>
              </a:defRPr>
            </a:lvl8pPr>
            <a:lvl9pPr algn="l">
              <a:defRPr sz="1275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</a:defRPr>
            </a:pPr>
            <a:r>
              <a:rPr sz="1275" b="1">
                <a:solidFill>
                  <a:srgbClr val="087F8C"/>
                </a:solidFill>
              </a:rPr>
              <a:t>利用者の操作</a:t>
            </a:r>
          </a:p>
        </p:txBody>
      </p:sp>
      <p:sp>
        <p:nvSpPr>
          <p:cNvPr id="6" name="flow-ui">
            <a:extLst xmlns:a="http://schemas.openxmlformats.org/drawingml/2006/main">
              <a:ext uri="{FF2B5EF4-FFF2-40B4-BE49-F238E27FC236}">
                <a16:creationId xmlns:a16="http://schemas.microsoft.com/office/drawing/2014/main" id="{527DB1D6-D403-4621-AB98-C69637B8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2038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6F4F3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7" name="flow-ui-accent">
            <a:extLst xmlns:a="http://schemas.openxmlformats.org/drawingml/2006/main">
              <a:ext uri="{FF2B5EF4-FFF2-40B4-BE49-F238E27FC236}">
                <a16:creationId xmlns:a16="http://schemas.microsoft.com/office/drawing/2014/main" id="{200E15FC-5554-44C6-9847-84635D7E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ui-title">
            <a:extLst xmlns:a="http://schemas.openxmlformats.org/drawingml/2006/main">
              <a:ext uri="{FF2B5EF4-FFF2-40B4-BE49-F238E27FC236}">
                <a16:creationId xmlns:a16="http://schemas.microsoft.com/office/drawing/2014/main" id="{50453A8D-C22F-4CC6-B3C9-7B234272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087F8C"/>
                </a:solidFill>
              </a:defRPr>
            </a:defPPr>
            <a:lvl1pPr algn="l">
              <a:defRPr sz="1500" b="1">
                <a:solidFill>
                  <a:srgbClr val="087F8C"/>
                </a:solidFill>
              </a:defRPr>
            </a:lvl1pPr>
            <a:lvl2pPr algn="l">
              <a:defRPr sz="1500" b="1">
                <a:solidFill>
                  <a:srgbClr val="087F8C"/>
                </a:solidFill>
              </a:defRPr>
            </a:lvl2pPr>
            <a:lvl3pPr algn="l">
              <a:defRPr sz="1500" b="1">
                <a:solidFill>
                  <a:srgbClr val="087F8C"/>
                </a:solidFill>
              </a:defRPr>
            </a:lvl3pPr>
            <a:lvl4pPr algn="l">
              <a:defRPr sz="1500" b="1">
                <a:solidFill>
                  <a:srgbClr val="087F8C"/>
                </a:solidFill>
              </a:defRPr>
            </a:lvl4pPr>
            <a:lvl5pPr algn="l">
              <a:defRPr sz="1500" b="1">
                <a:solidFill>
                  <a:srgbClr val="087F8C"/>
                </a:solidFill>
              </a:defRPr>
            </a:lvl5pPr>
            <a:lvl6pPr algn="l">
              <a:defRPr sz="1500" b="1">
                <a:solidFill>
                  <a:srgbClr val="087F8C"/>
                </a:solidFill>
              </a:defRPr>
            </a:lvl6pPr>
            <a:lvl7pPr algn="l">
              <a:defRPr sz="1500" b="1">
                <a:solidFill>
                  <a:srgbClr val="087F8C"/>
                </a:solidFill>
              </a:defRPr>
            </a:lvl7pPr>
            <a:lvl8pPr algn="l">
              <a:defRPr sz="1500" b="1">
                <a:solidFill>
                  <a:srgbClr val="087F8C"/>
                </a:solidFill>
              </a:defRPr>
            </a:lvl8pPr>
            <a:lvl9pPr algn="l">
              <a:defRPr sz="150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C"/>
                </a:solidFill>
              </a:defRPr>
            </a:pPr>
            <a:r>
              <a:rPr sz="1500" b="1">
                <a:solidFill>
                  <a:srgbClr val="087F8C"/>
                </a:solidFill>
              </a:rPr>
              <a:t>画面</a:t>
            </a:r>
          </a:p>
        </p:txBody>
      </p:sp>
      <p:sp>
        <p:nvSpPr>
          <p:cNvPr id="9" name="flow-ui-body">
            <a:extLst xmlns:a="http://schemas.openxmlformats.org/drawingml/2006/main">
              <a:ext uri="{FF2B5EF4-FFF2-40B4-BE49-F238E27FC236}">
                <a16:creationId xmlns:a16="http://schemas.microsoft.com/office/drawing/2014/main" id="{6224866A-C523-49A3-8404-DED7AF1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142B3B"/>
                </a:solidFill>
              </a:defRPr>
            </a:defPPr>
            <a:lvl1pPr algn="l">
              <a:defRPr sz="1125" b="0">
                <a:solidFill>
                  <a:srgbClr val="142B3B"/>
                </a:solidFill>
              </a:defRPr>
            </a:lvl1pPr>
            <a:lvl2pPr algn="l">
              <a:defRPr sz="1125" b="0">
                <a:solidFill>
                  <a:srgbClr val="142B3B"/>
                </a:solidFill>
              </a:defRPr>
            </a:lvl2pPr>
            <a:lvl3pPr algn="l">
              <a:defRPr sz="1125" b="0">
                <a:solidFill>
                  <a:srgbClr val="142B3B"/>
                </a:solidFill>
              </a:defRPr>
            </a:lvl3pPr>
            <a:lvl4pPr algn="l">
              <a:defRPr sz="1125" b="0">
                <a:solidFill>
                  <a:srgbClr val="142B3B"/>
                </a:solidFill>
              </a:defRPr>
            </a:lvl4pPr>
            <a:lvl5pPr algn="l">
              <a:defRPr sz="1125" b="0">
                <a:solidFill>
                  <a:srgbClr val="142B3B"/>
                </a:solidFill>
              </a:defRPr>
            </a:lvl5pPr>
            <a:lvl6pPr algn="l">
              <a:defRPr sz="1125" b="0">
                <a:solidFill>
                  <a:srgbClr val="142B3B"/>
                </a:solidFill>
              </a:defRPr>
            </a:lvl6pPr>
            <a:lvl7pPr algn="l">
              <a:defRPr sz="1125" b="0">
                <a:solidFill>
                  <a:srgbClr val="142B3B"/>
                </a:solidFill>
              </a:defRPr>
            </a:lvl7pPr>
            <a:lvl8pPr algn="l">
              <a:defRPr sz="1125" b="0">
                <a:solidFill>
                  <a:srgbClr val="142B3B"/>
                </a:solidFill>
              </a:defRPr>
            </a:lvl8pPr>
            <a:lvl9pPr algn="l">
              <a:defRPr sz="1125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旅行作成・招待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候補地の投票・日程調整</a:t>
            </a:r>
          </a:p>
        </p:txBody>
      </p:sp>
      <p:sp>
        <p:nvSpPr>
          <p:cNvPr id="10" name="flow-message">
            <a:extLst xmlns:a="http://schemas.openxmlformats.org/drawingml/2006/main">
              <a:ext uri="{FF2B5EF4-FFF2-40B4-BE49-F238E27FC236}">
                <a16:creationId xmlns:a16="http://schemas.microsoft.com/office/drawing/2014/main" id="{E4571767-69DA-4883-8721-E35E67BE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71675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11" name="flow-message-accent">
            <a:extLst xmlns:a="http://schemas.openxmlformats.org/drawingml/2006/main">
              <a:ext uri="{FF2B5EF4-FFF2-40B4-BE49-F238E27FC236}">
                <a16:creationId xmlns:a16="http://schemas.microsoft.com/office/drawing/2014/main" id="{49CD41DE-2F1F-4CE6-8FCC-3257A185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7167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message-title">
            <a:extLst xmlns:a="http://schemas.openxmlformats.org/drawingml/2006/main">
              <a:ext uri="{FF2B5EF4-FFF2-40B4-BE49-F238E27FC236}">
                <a16:creationId xmlns:a16="http://schemas.microsoft.com/office/drawing/2014/main" id="{52FA4544-CD18-464D-9914-D5882061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85975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356B9A"/>
                </a:solidFill>
              </a:defRPr>
            </a:defPPr>
            <a:lvl1pPr algn="l">
              <a:defRPr sz="1425" b="1">
                <a:solidFill>
                  <a:srgbClr val="356B9A"/>
                </a:solidFill>
              </a:defRPr>
            </a:lvl1pPr>
            <a:lvl2pPr algn="l">
              <a:defRPr sz="1425" b="1">
                <a:solidFill>
                  <a:srgbClr val="356B9A"/>
                </a:solidFill>
              </a:defRPr>
            </a:lvl2pPr>
            <a:lvl3pPr algn="l">
              <a:defRPr sz="1425" b="1">
                <a:solidFill>
                  <a:srgbClr val="356B9A"/>
                </a:solidFill>
              </a:defRPr>
            </a:lvl3pPr>
            <a:lvl4pPr algn="l">
              <a:defRPr sz="1425" b="1">
                <a:solidFill>
                  <a:srgbClr val="356B9A"/>
                </a:solidFill>
              </a:defRPr>
            </a:lvl4pPr>
            <a:lvl5pPr algn="l">
              <a:defRPr sz="1425" b="1">
                <a:solidFill>
                  <a:srgbClr val="356B9A"/>
                </a:solidFill>
              </a:defRPr>
            </a:lvl5pPr>
            <a:lvl6pPr algn="l">
              <a:defRPr sz="1425" b="1">
                <a:solidFill>
                  <a:srgbClr val="356B9A"/>
                </a:solidFill>
              </a:defRPr>
            </a:lvl6pPr>
            <a:lvl7pPr algn="l">
              <a:defRPr sz="1425" b="1">
                <a:solidFill>
                  <a:srgbClr val="356B9A"/>
                </a:solidFill>
              </a:defRPr>
            </a:lvl7pPr>
            <a:lvl8pPr algn="l">
              <a:defRPr sz="1425" b="1">
                <a:solidFill>
                  <a:srgbClr val="356B9A"/>
                </a:solidFill>
              </a:defRPr>
            </a:lvl8pPr>
            <a:lvl9pPr algn="l">
              <a:defRPr sz="1425" b="1">
                <a:solidFill>
                  <a:srgbClr val="356B9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6B9A"/>
                </a:solidFill>
              </a:defRPr>
            </a:pPr>
            <a:r>
              <a:rPr sz="1425" b="1">
                <a:solidFill>
                  <a:srgbClr val="356B9A"/>
                </a:solidFill>
              </a:rPr>
              <a:t>拡張機能内通信</a:t>
            </a:r>
          </a:p>
        </p:txBody>
      </p:sp>
      <p:sp>
        <p:nvSpPr>
          <p:cNvPr id="13" name="flow-message-body">
            <a:extLst xmlns:a="http://schemas.openxmlformats.org/drawingml/2006/main">
              <a:ext uri="{FF2B5EF4-FFF2-40B4-BE49-F238E27FC236}">
                <a16:creationId xmlns:a16="http://schemas.microsoft.com/office/drawing/2014/main" id="{2E513943-0277-4B90-9672-A6268D1F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38400"/>
            <a:ext cx="1771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142B3B"/>
                </a:solidFill>
              </a:defRPr>
            </a:defPPr>
            <a:lvl1pPr algn="l">
              <a:defRPr sz="1125" b="0">
                <a:solidFill>
                  <a:srgbClr val="142B3B"/>
                </a:solidFill>
              </a:defRPr>
            </a:lvl1pPr>
            <a:lvl2pPr algn="l">
              <a:defRPr sz="1125" b="0">
                <a:solidFill>
                  <a:srgbClr val="142B3B"/>
                </a:solidFill>
              </a:defRPr>
            </a:lvl2pPr>
            <a:lvl3pPr algn="l">
              <a:defRPr sz="1125" b="0">
                <a:solidFill>
                  <a:srgbClr val="142B3B"/>
                </a:solidFill>
              </a:defRPr>
            </a:lvl3pPr>
            <a:lvl4pPr algn="l">
              <a:defRPr sz="1125" b="0">
                <a:solidFill>
                  <a:srgbClr val="142B3B"/>
                </a:solidFill>
              </a:defRPr>
            </a:lvl4pPr>
            <a:lvl5pPr algn="l">
              <a:defRPr sz="1125" b="0">
                <a:solidFill>
                  <a:srgbClr val="142B3B"/>
                </a:solidFill>
              </a:defRPr>
            </a:lvl5pPr>
            <a:lvl6pPr algn="l">
              <a:defRPr sz="1125" b="0">
                <a:solidFill>
                  <a:srgbClr val="142B3B"/>
                </a:solidFill>
              </a:defRPr>
            </a:lvl6pPr>
            <a:lvl7pPr algn="l">
              <a:defRPr sz="1125" b="0">
                <a:solidFill>
                  <a:srgbClr val="142B3B"/>
                </a:solidFill>
              </a:defRPr>
            </a:lvl7pPr>
            <a:lvl8pPr algn="l">
              <a:defRPr sz="1125" b="0">
                <a:solidFill>
                  <a:srgbClr val="142B3B"/>
                </a:solidFill>
              </a:defRPr>
            </a:lvl8pPr>
            <a:lvl9pPr algn="l">
              <a:defRPr sz="1125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chrome.runtime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メッセージで処理を依頼</a:t>
            </a:r>
          </a:p>
        </p:txBody>
      </p:sp>
      <p:sp>
        <p:nvSpPr>
          <p:cNvPr id="14" name="flow-worker">
            <a:extLst xmlns:a="http://schemas.openxmlformats.org/drawingml/2006/main">
              <a:ext uri="{FF2B5EF4-FFF2-40B4-BE49-F238E27FC236}">
                <a16:creationId xmlns:a16="http://schemas.microsoft.com/office/drawing/2014/main" id="{4A33ED5B-6C86-4343-9315-68FEB6E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15" name="flow-worker-accent">
            <a:extLst xmlns:a="http://schemas.openxmlformats.org/drawingml/2006/main">
              <a:ext uri="{FF2B5EF4-FFF2-40B4-BE49-F238E27FC236}">
                <a16:creationId xmlns:a16="http://schemas.microsoft.com/office/drawing/2014/main" id="{E63AD331-A208-4E7A-AE29-EC545D6D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worker-title">
            <a:extLst xmlns:a="http://schemas.openxmlformats.org/drawingml/2006/main">
              <a:ext uri="{FF2B5EF4-FFF2-40B4-BE49-F238E27FC236}">
                <a16:creationId xmlns:a16="http://schemas.microsoft.com/office/drawing/2014/main" id="{215A1A7F-28D6-4C5E-98F5-02384195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859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356B9A"/>
                </a:solidFill>
              </a:defRPr>
            </a:defPPr>
            <a:lvl1pPr algn="l">
              <a:defRPr sz="1500" b="1">
                <a:solidFill>
                  <a:srgbClr val="356B9A"/>
                </a:solidFill>
              </a:defRPr>
            </a:lvl1pPr>
            <a:lvl2pPr algn="l">
              <a:defRPr sz="1500" b="1">
                <a:solidFill>
                  <a:srgbClr val="356B9A"/>
                </a:solidFill>
              </a:defRPr>
            </a:lvl2pPr>
            <a:lvl3pPr algn="l">
              <a:defRPr sz="1500" b="1">
                <a:solidFill>
                  <a:srgbClr val="356B9A"/>
                </a:solidFill>
              </a:defRPr>
            </a:lvl3pPr>
            <a:lvl4pPr algn="l">
              <a:defRPr sz="1500" b="1">
                <a:solidFill>
                  <a:srgbClr val="356B9A"/>
                </a:solidFill>
              </a:defRPr>
            </a:lvl4pPr>
            <a:lvl5pPr algn="l">
              <a:defRPr sz="1500" b="1">
                <a:solidFill>
                  <a:srgbClr val="356B9A"/>
                </a:solidFill>
              </a:defRPr>
            </a:lvl5pPr>
            <a:lvl6pPr algn="l">
              <a:defRPr sz="1500" b="1">
                <a:solidFill>
                  <a:srgbClr val="356B9A"/>
                </a:solidFill>
              </a:defRPr>
            </a:lvl6pPr>
            <a:lvl7pPr algn="l">
              <a:defRPr sz="1500" b="1">
                <a:solidFill>
                  <a:srgbClr val="356B9A"/>
                </a:solidFill>
              </a:defRPr>
            </a:lvl7pPr>
            <a:lvl8pPr algn="l">
              <a:defRPr sz="1500" b="1">
                <a:solidFill>
                  <a:srgbClr val="356B9A"/>
                </a:solidFill>
              </a:defRPr>
            </a:lvl8pPr>
            <a:lvl9pPr algn="l">
              <a:defRPr sz="1500" b="1">
                <a:solidFill>
                  <a:srgbClr val="356B9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56B9A"/>
                </a:solidFill>
              </a:defRPr>
            </a:pPr>
            <a:r>
              <a:rPr sz="1500" b="1">
                <a:solidFill>
                  <a:srgbClr val="356B9A"/>
                </a:solidFill>
              </a:rPr>
              <a:t>Service Worker</a:t>
            </a:r>
          </a:p>
        </p:txBody>
      </p:sp>
      <p:sp>
        <p:nvSpPr>
          <p:cNvPr id="17" name="flow-worker-body">
            <a:extLst xmlns:a="http://schemas.openxmlformats.org/drawingml/2006/main">
              <a:ext uri="{FF2B5EF4-FFF2-40B4-BE49-F238E27FC236}">
                <a16:creationId xmlns:a16="http://schemas.microsoft.com/office/drawing/2014/main" id="{D3F61CD4-56EC-4048-AAAE-C65506F6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38400"/>
            <a:ext cx="2019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142B3B"/>
                </a:solidFill>
              </a:defRPr>
            </a:defPPr>
            <a:lvl1pPr algn="l">
              <a:defRPr sz="1125" b="0">
                <a:solidFill>
                  <a:srgbClr val="142B3B"/>
                </a:solidFill>
              </a:defRPr>
            </a:lvl1pPr>
            <a:lvl2pPr algn="l">
              <a:defRPr sz="1125" b="0">
                <a:solidFill>
                  <a:srgbClr val="142B3B"/>
                </a:solidFill>
              </a:defRPr>
            </a:lvl2pPr>
            <a:lvl3pPr algn="l">
              <a:defRPr sz="1125" b="0">
                <a:solidFill>
                  <a:srgbClr val="142B3B"/>
                </a:solidFill>
              </a:defRPr>
            </a:lvl3pPr>
            <a:lvl4pPr algn="l">
              <a:defRPr sz="1125" b="0">
                <a:solidFill>
                  <a:srgbClr val="142B3B"/>
                </a:solidFill>
              </a:defRPr>
            </a:lvl4pPr>
            <a:lvl5pPr algn="l">
              <a:defRPr sz="1125" b="0">
                <a:solidFill>
                  <a:srgbClr val="142B3B"/>
                </a:solidFill>
              </a:defRPr>
            </a:lvl5pPr>
            <a:lvl6pPr algn="l">
              <a:defRPr sz="1125" b="0">
                <a:solidFill>
                  <a:srgbClr val="142B3B"/>
                </a:solidFill>
              </a:defRPr>
            </a:lvl6pPr>
            <a:lvl7pPr algn="l">
              <a:defRPr sz="1125" b="0">
                <a:solidFill>
                  <a:srgbClr val="142B3B"/>
                </a:solidFill>
              </a:defRPr>
            </a:lvl7pPr>
            <a:lvl8pPr algn="l">
              <a:defRPr sz="1125" b="0">
                <a:solidFill>
                  <a:srgbClr val="142B3B"/>
                </a:solidFill>
              </a:defRPr>
            </a:lvl8pPr>
            <a:lvl9pPr algn="l">
              <a:defRPr sz="1125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処理を振り分け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Google OAuthが必要なAPIを実行</a:t>
            </a:r>
          </a:p>
        </p:txBody>
      </p:sp>
      <p:sp>
        <p:nvSpPr>
          <p:cNvPr id="20" name="flow-firebase-auth">
            <a:extLst xmlns:a="http://schemas.openxmlformats.org/drawingml/2006/main">
              <a:ext uri="{FF2B5EF4-FFF2-40B4-BE49-F238E27FC236}">
                <a16:creationId xmlns:a16="http://schemas.microsoft.com/office/drawing/2014/main" id="{B4E928D5-8A23-4628-990C-67FB7555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24275"/>
            <a:ext cx="2133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ED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21" name="flow-firebase-auth-accent">
            <a:extLst xmlns:a="http://schemas.openxmlformats.org/drawingml/2006/main">
              <a:ext uri="{FF2B5EF4-FFF2-40B4-BE49-F238E27FC236}">
                <a16:creationId xmlns:a16="http://schemas.microsoft.com/office/drawing/2014/main" id="{258F1403-4240-4504-837F-C6958E75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242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low-firebase-auth-title">
            <a:extLst xmlns:a="http://schemas.openxmlformats.org/drawingml/2006/main">
              <a:ext uri="{FF2B5EF4-FFF2-40B4-BE49-F238E27FC236}">
                <a16:creationId xmlns:a16="http://schemas.microsoft.com/office/drawing/2014/main" id="{EE543752-A6C5-4C24-992B-D48FF7AB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38575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397A58"/>
                </a:solidFill>
              </a:defRPr>
            </a:defPPr>
            <a:lvl1pPr algn="l">
              <a:defRPr sz="1425" b="1">
                <a:solidFill>
                  <a:srgbClr val="397A58"/>
                </a:solidFill>
              </a:defRPr>
            </a:lvl1pPr>
            <a:lvl2pPr algn="l">
              <a:defRPr sz="1425" b="1">
                <a:solidFill>
                  <a:srgbClr val="397A58"/>
                </a:solidFill>
              </a:defRPr>
            </a:lvl2pPr>
            <a:lvl3pPr algn="l">
              <a:defRPr sz="1425" b="1">
                <a:solidFill>
                  <a:srgbClr val="397A58"/>
                </a:solidFill>
              </a:defRPr>
            </a:lvl3pPr>
            <a:lvl4pPr algn="l">
              <a:defRPr sz="1425" b="1">
                <a:solidFill>
                  <a:srgbClr val="397A58"/>
                </a:solidFill>
              </a:defRPr>
            </a:lvl4pPr>
            <a:lvl5pPr algn="l">
              <a:defRPr sz="1425" b="1">
                <a:solidFill>
                  <a:srgbClr val="397A58"/>
                </a:solidFill>
              </a:defRPr>
            </a:lvl5pPr>
            <a:lvl6pPr algn="l">
              <a:defRPr sz="1425" b="1">
                <a:solidFill>
                  <a:srgbClr val="397A58"/>
                </a:solidFill>
              </a:defRPr>
            </a:lvl6pPr>
            <a:lvl7pPr algn="l">
              <a:defRPr sz="1425" b="1">
                <a:solidFill>
                  <a:srgbClr val="397A58"/>
                </a:solidFill>
              </a:defRPr>
            </a:lvl7pPr>
            <a:lvl8pPr algn="l">
              <a:defRPr sz="1425" b="1">
                <a:solidFill>
                  <a:srgbClr val="397A58"/>
                </a:solidFill>
              </a:defRPr>
            </a:lvl8pPr>
            <a:lvl9pPr algn="l">
              <a:defRPr sz="1425" b="1">
                <a:solidFill>
                  <a:srgbClr val="397A5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97A58"/>
                </a:solidFill>
              </a:defRPr>
            </a:pPr>
            <a:r>
              <a:rPr sz="1425" b="1">
                <a:solidFill>
                  <a:srgbClr val="397A58"/>
                </a:solidFill>
              </a:rPr>
              <a:t>Google認証</a:t>
            </a:r>
          </a:p>
        </p:txBody>
      </p:sp>
      <p:sp>
        <p:nvSpPr>
          <p:cNvPr id="23" name="flow-firebase-auth-body">
            <a:extLst xmlns:a="http://schemas.openxmlformats.org/drawingml/2006/main">
              <a:ext uri="{FF2B5EF4-FFF2-40B4-BE49-F238E27FC236}">
                <a16:creationId xmlns:a16="http://schemas.microsoft.com/office/drawing/2014/main" id="{CE1D7A2A-0CE7-4428-B9E5-12DF05B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910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142B3B"/>
                </a:solidFill>
              </a:defRPr>
            </a:defPPr>
            <a:lvl1pPr algn="l">
              <a:defRPr sz="1050" b="0">
                <a:solidFill>
                  <a:srgbClr val="142B3B"/>
                </a:solidFill>
              </a:defRPr>
            </a:lvl1pPr>
            <a:lvl2pPr algn="l">
              <a:defRPr sz="1050" b="0">
                <a:solidFill>
                  <a:srgbClr val="142B3B"/>
                </a:solidFill>
              </a:defRPr>
            </a:lvl2pPr>
            <a:lvl3pPr algn="l">
              <a:defRPr sz="1050" b="0">
                <a:solidFill>
                  <a:srgbClr val="142B3B"/>
                </a:solidFill>
              </a:defRPr>
            </a:lvl3pPr>
            <a:lvl4pPr algn="l">
              <a:defRPr sz="1050" b="0">
                <a:solidFill>
                  <a:srgbClr val="142B3B"/>
                </a:solidFill>
              </a:defRPr>
            </a:lvl4pPr>
            <a:lvl5pPr algn="l">
              <a:defRPr sz="1050" b="0">
                <a:solidFill>
                  <a:srgbClr val="142B3B"/>
                </a:solidFill>
              </a:defRPr>
            </a:lvl5pPr>
            <a:lvl6pPr algn="l">
              <a:defRPr sz="1050" b="0">
                <a:solidFill>
                  <a:srgbClr val="142B3B"/>
                </a:solidFill>
              </a:defRPr>
            </a:lvl6pPr>
            <a:lvl7pPr algn="l">
              <a:defRPr sz="1050" b="0">
                <a:solidFill>
                  <a:srgbClr val="142B3B"/>
                </a:solidFill>
              </a:defRPr>
            </a:lvl7pPr>
            <a:lvl8pPr algn="l">
              <a:defRPr sz="1050" b="0">
                <a:solidFill>
                  <a:srgbClr val="142B3B"/>
                </a:solidFill>
              </a:defRPr>
            </a:lvl8pPr>
            <a:lvl9pPr algn="l">
              <a:defRPr sz="1050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42B3B"/>
                </a:solidFill>
              </a:defRPr>
            </a:pPr>
            <a:r>
              <a:rPr sz="1050" b="0">
                <a:solidFill>
                  <a:srgbClr val="142B3B"/>
                </a:solidFill>
              </a:rPr>
              <a:t>Firebase Authentication</a:t>
            </a:r>
          </a:p>
          <a:p xmlns:a="http://schemas.openxmlformats.org/drawingml/2006/main">
            <a:pPr algn="l">
              <a:defRPr sz="1050" b="0">
                <a:solidFill>
                  <a:srgbClr val="142B3B"/>
                </a:solidFill>
              </a:defRPr>
            </a:pPr>
            <a:r>
              <a:rPr sz="1050" b="0">
                <a:solidFill>
                  <a:srgbClr val="142B3B"/>
                </a:solidFill>
              </a:rPr>
              <a:t>Googleサインイン</a:t>
            </a:r>
          </a:p>
        </p:txBody>
      </p:sp>
      <p:sp>
        <p:nvSpPr>
          <p:cNvPr id="24" name="flow-firebase-db">
            <a:extLst xmlns:a="http://schemas.openxmlformats.org/drawingml/2006/main">
              <a:ext uri="{FF2B5EF4-FFF2-40B4-BE49-F238E27FC236}">
                <a16:creationId xmlns:a16="http://schemas.microsoft.com/office/drawing/2014/main" id="{EB595D4F-35D5-4811-AA96-FDA6F7B6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2381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4ED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25" name="flow-firebase-db-accent">
            <a:extLst xmlns:a="http://schemas.openxmlformats.org/drawingml/2006/main">
              <a:ext uri="{FF2B5EF4-FFF2-40B4-BE49-F238E27FC236}">
                <a16:creationId xmlns:a16="http://schemas.microsoft.com/office/drawing/2014/main" id="{69A04EEC-24DC-4CFE-9447-2056313B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firebase-db-title">
            <a:extLst xmlns:a="http://schemas.openxmlformats.org/drawingml/2006/main">
              <a:ext uri="{FF2B5EF4-FFF2-40B4-BE49-F238E27FC236}">
                <a16:creationId xmlns:a16="http://schemas.microsoft.com/office/drawing/2014/main" id="{183134D2-65C7-4E2B-91E8-BE6D0E5A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957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397A58"/>
                </a:solidFill>
              </a:defRPr>
            </a:defPPr>
            <a:lvl1pPr algn="l">
              <a:defRPr sz="1500" b="1">
                <a:solidFill>
                  <a:srgbClr val="397A58"/>
                </a:solidFill>
              </a:defRPr>
            </a:lvl1pPr>
            <a:lvl2pPr algn="l">
              <a:defRPr sz="1500" b="1">
                <a:solidFill>
                  <a:srgbClr val="397A58"/>
                </a:solidFill>
              </a:defRPr>
            </a:lvl2pPr>
            <a:lvl3pPr algn="l">
              <a:defRPr sz="1500" b="1">
                <a:solidFill>
                  <a:srgbClr val="397A58"/>
                </a:solidFill>
              </a:defRPr>
            </a:lvl3pPr>
            <a:lvl4pPr algn="l">
              <a:defRPr sz="1500" b="1">
                <a:solidFill>
                  <a:srgbClr val="397A58"/>
                </a:solidFill>
              </a:defRPr>
            </a:lvl4pPr>
            <a:lvl5pPr algn="l">
              <a:defRPr sz="1500" b="1">
                <a:solidFill>
                  <a:srgbClr val="397A58"/>
                </a:solidFill>
              </a:defRPr>
            </a:lvl5pPr>
            <a:lvl6pPr algn="l">
              <a:defRPr sz="1500" b="1">
                <a:solidFill>
                  <a:srgbClr val="397A58"/>
                </a:solidFill>
              </a:defRPr>
            </a:lvl6pPr>
            <a:lvl7pPr algn="l">
              <a:defRPr sz="1500" b="1">
                <a:solidFill>
                  <a:srgbClr val="397A58"/>
                </a:solidFill>
              </a:defRPr>
            </a:lvl7pPr>
            <a:lvl8pPr algn="l">
              <a:defRPr sz="1500" b="1">
                <a:solidFill>
                  <a:srgbClr val="397A58"/>
                </a:solidFill>
              </a:defRPr>
            </a:lvl8pPr>
            <a:lvl9pPr algn="l">
              <a:defRPr sz="1500" b="1">
                <a:solidFill>
                  <a:srgbClr val="397A58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97A58"/>
                </a:solidFill>
              </a:defRPr>
            </a:pPr>
            <a:r>
              <a:rPr sz="1500" b="1">
                <a:solidFill>
                  <a:srgbClr val="397A58"/>
                </a:solidFill>
              </a:rPr>
              <a:t>共有データ</a:t>
            </a:r>
          </a:p>
        </p:txBody>
      </p:sp>
      <p:sp>
        <p:nvSpPr>
          <p:cNvPr id="27" name="flow-firebase-db-body">
            <a:extLst xmlns:a="http://schemas.openxmlformats.org/drawingml/2006/main">
              <a:ext uri="{FF2B5EF4-FFF2-40B4-BE49-F238E27FC236}">
                <a16:creationId xmlns:a16="http://schemas.microsoft.com/office/drawing/2014/main" id="{44C0E17A-5CCB-49B3-BF0C-4809C9B5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48125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142B3B"/>
                </a:solidFill>
              </a:defRPr>
            </a:defPPr>
            <a:lvl1pPr algn="l">
              <a:defRPr sz="1125" b="0">
                <a:solidFill>
                  <a:srgbClr val="142B3B"/>
                </a:solidFill>
              </a:defRPr>
            </a:lvl1pPr>
            <a:lvl2pPr algn="l">
              <a:defRPr sz="1125" b="0">
                <a:solidFill>
                  <a:srgbClr val="142B3B"/>
                </a:solidFill>
              </a:defRPr>
            </a:lvl2pPr>
            <a:lvl3pPr algn="l">
              <a:defRPr sz="1125" b="0">
                <a:solidFill>
                  <a:srgbClr val="142B3B"/>
                </a:solidFill>
              </a:defRPr>
            </a:lvl3pPr>
            <a:lvl4pPr algn="l">
              <a:defRPr sz="1125" b="0">
                <a:solidFill>
                  <a:srgbClr val="142B3B"/>
                </a:solidFill>
              </a:defRPr>
            </a:lvl4pPr>
            <a:lvl5pPr algn="l">
              <a:defRPr sz="1125" b="0">
                <a:solidFill>
                  <a:srgbClr val="142B3B"/>
                </a:solidFill>
              </a:defRPr>
            </a:lvl5pPr>
            <a:lvl6pPr algn="l">
              <a:defRPr sz="1125" b="0">
                <a:solidFill>
                  <a:srgbClr val="142B3B"/>
                </a:solidFill>
              </a:defRPr>
            </a:lvl6pPr>
            <a:lvl7pPr algn="l">
              <a:defRPr sz="1125" b="0">
                <a:solidFill>
                  <a:srgbClr val="142B3B"/>
                </a:solidFill>
              </a:defRPr>
            </a:lvl7pPr>
            <a:lvl8pPr algn="l">
              <a:defRPr sz="1125" b="0">
                <a:solidFill>
                  <a:srgbClr val="142B3B"/>
                </a:solidFill>
              </a:defRPr>
            </a:lvl8pPr>
            <a:lvl9pPr algn="l">
              <a:defRPr sz="1125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Realtime Database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変更をリアルタイム監視</a:t>
            </a:r>
          </a:p>
        </p:txBody>
      </p:sp>
      <p:sp>
        <p:nvSpPr>
          <p:cNvPr id="28" name="flow-local">
            <a:extLst xmlns:a="http://schemas.openxmlformats.org/drawingml/2006/main">
              <a:ext uri="{FF2B5EF4-FFF2-40B4-BE49-F238E27FC236}">
                <a16:creationId xmlns:a16="http://schemas.microsoft.com/office/drawing/2014/main" id="{7FD419B4-98FD-4701-BD5F-40F2A625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971675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0F0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29" name="flow-local-accent">
            <a:extLst xmlns:a="http://schemas.openxmlformats.org/drawingml/2006/main">
              <a:ext uri="{FF2B5EF4-FFF2-40B4-BE49-F238E27FC236}">
                <a16:creationId xmlns:a16="http://schemas.microsoft.com/office/drawing/2014/main" id="{77B5854D-353D-45A0-B1FC-8E21E7E3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97167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low-local-title">
            <a:extLst xmlns:a="http://schemas.openxmlformats.org/drawingml/2006/main">
              <a:ext uri="{FF2B5EF4-FFF2-40B4-BE49-F238E27FC236}">
                <a16:creationId xmlns:a16="http://schemas.microsoft.com/office/drawing/2014/main" id="{43C94B6E-6E56-407C-8ED1-93E39B9A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859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536B78"/>
                </a:solidFill>
              </a:defRPr>
            </a:defPPr>
            <a:lvl1pPr algn="l">
              <a:defRPr sz="1425" b="1">
                <a:solidFill>
                  <a:srgbClr val="536B78"/>
                </a:solidFill>
              </a:defRPr>
            </a:lvl1pPr>
            <a:lvl2pPr algn="l">
              <a:defRPr sz="1425" b="1">
                <a:solidFill>
                  <a:srgbClr val="536B78"/>
                </a:solidFill>
              </a:defRPr>
            </a:lvl2pPr>
            <a:lvl3pPr algn="l">
              <a:defRPr sz="1425" b="1">
                <a:solidFill>
                  <a:srgbClr val="536B78"/>
                </a:solidFill>
              </a:defRPr>
            </a:lvl3pPr>
            <a:lvl4pPr algn="l">
              <a:defRPr sz="1425" b="1">
                <a:solidFill>
                  <a:srgbClr val="536B78"/>
                </a:solidFill>
              </a:defRPr>
            </a:lvl4pPr>
            <a:lvl5pPr algn="l">
              <a:defRPr sz="1425" b="1">
                <a:solidFill>
                  <a:srgbClr val="536B78"/>
                </a:solidFill>
              </a:defRPr>
            </a:lvl5pPr>
            <a:lvl6pPr algn="l">
              <a:defRPr sz="1425" b="1">
                <a:solidFill>
                  <a:srgbClr val="536B78"/>
                </a:solidFill>
              </a:defRPr>
            </a:lvl6pPr>
            <a:lvl7pPr algn="l">
              <a:defRPr sz="1425" b="1">
                <a:solidFill>
                  <a:srgbClr val="536B78"/>
                </a:solidFill>
              </a:defRPr>
            </a:lvl7pPr>
            <a:lvl8pPr algn="l">
              <a:defRPr sz="1425" b="1">
                <a:solidFill>
                  <a:srgbClr val="536B78"/>
                </a:solidFill>
              </a:defRPr>
            </a:lvl8pPr>
            <a:lvl9pPr algn="l">
              <a:defRPr sz="1425" b="1">
                <a:solidFill>
                  <a:srgbClr val="536B7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36B78"/>
                </a:solidFill>
              </a:defRPr>
            </a:pPr>
            <a:r>
              <a:rPr sz="1425" b="1">
                <a:solidFill>
                  <a:srgbClr val="536B78"/>
                </a:solidFill>
              </a:rPr>
              <a:t>ローカルデータ</a:t>
            </a:r>
          </a:p>
        </p:txBody>
      </p:sp>
      <p:sp>
        <p:nvSpPr>
          <p:cNvPr id="31" name="flow-local-body">
            <a:extLst xmlns:a="http://schemas.openxmlformats.org/drawingml/2006/main">
              <a:ext uri="{FF2B5EF4-FFF2-40B4-BE49-F238E27FC236}">
                <a16:creationId xmlns:a16="http://schemas.microsoft.com/office/drawing/2014/main" id="{2FE30B3D-E52C-47F6-BC26-FDEB4689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38400"/>
            <a:ext cx="2019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142B3B"/>
                </a:solidFill>
              </a:defRPr>
            </a:defPPr>
            <a:lvl1pPr algn="l">
              <a:defRPr sz="1125" b="0">
                <a:solidFill>
                  <a:srgbClr val="142B3B"/>
                </a:solidFill>
              </a:defRPr>
            </a:lvl1pPr>
            <a:lvl2pPr algn="l">
              <a:defRPr sz="1125" b="0">
                <a:solidFill>
                  <a:srgbClr val="142B3B"/>
                </a:solidFill>
              </a:defRPr>
            </a:lvl2pPr>
            <a:lvl3pPr algn="l">
              <a:defRPr sz="1125" b="0">
                <a:solidFill>
                  <a:srgbClr val="142B3B"/>
                </a:solidFill>
              </a:defRPr>
            </a:lvl3pPr>
            <a:lvl4pPr algn="l">
              <a:defRPr sz="1125" b="0">
                <a:solidFill>
                  <a:srgbClr val="142B3B"/>
                </a:solidFill>
              </a:defRPr>
            </a:lvl4pPr>
            <a:lvl5pPr algn="l">
              <a:defRPr sz="1125" b="0">
                <a:solidFill>
                  <a:srgbClr val="142B3B"/>
                </a:solidFill>
              </a:defRPr>
            </a:lvl5pPr>
            <a:lvl6pPr algn="l">
              <a:defRPr sz="1125" b="0">
                <a:solidFill>
                  <a:srgbClr val="142B3B"/>
                </a:solidFill>
              </a:defRPr>
            </a:lvl6pPr>
            <a:lvl7pPr algn="l">
              <a:defRPr sz="1125" b="0">
                <a:solidFill>
                  <a:srgbClr val="142B3B"/>
                </a:solidFill>
              </a:defRPr>
            </a:lvl7pPr>
            <a:lvl8pPr algn="l">
              <a:defRPr sz="1125" b="0">
                <a:solidFill>
                  <a:srgbClr val="142B3B"/>
                </a:solidFill>
              </a:defRPr>
            </a:lvl8pPr>
            <a:lvl9pPr algn="l">
              <a:defRPr sz="1125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chrome.storage.local</a:t>
            </a:r>
          </a:p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端末ごとの訪問地点・確定日程</a:t>
            </a:r>
          </a:p>
        </p:txBody>
      </p:sp>
      <p:sp>
        <p:nvSpPr>
          <p:cNvPr id="35" name="flow-google">
            <a:extLst xmlns:a="http://schemas.openxmlformats.org/drawingml/2006/main">
              <a:ext uri="{FF2B5EF4-FFF2-40B4-BE49-F238E27FC236}">
                <a16:creationId xmlns:a16="http://schemas.microsoft.com/office/drawing/2014/main" id="{E93DF11C-3F29-4EFD-A406-4ECEA58C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24275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36" name="flow-google-accent">
            <a:extLst xmlns:a="http://schemas.openxmlformats.org/drawingml/2006/main">
              <a:ext uri="{FF2B5EF4-FFF2-40B4-BE49-F238E27FC236}">
                <a16:creationId xmlns:a16="http://schemas.microsoft.com/office/drawing/2014/main" id="{C77419C0-FAD5-4D18-9969-59E3271E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242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8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low-google-title">
            <a:extLst xmlns:a="http://schemas.openxmlformats.org/drawingml/2006/main">
              <a:ext uri="{FF2B5EF4-FFF2-40B4-BE49-F238E27FC236}">
                <a16:creationId xmlns:a16="http://schemas.microsoft.com/office/drawing/2014/main" id="{A6A2590B-5DD0-43AE-B28C-9F8AFA4B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385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B97819"/>
                </a:solidFill>
              </a:defRPr>
            </a:defPPr>
            <a:lvl1pPr algn="l">
              <a:defRPr sz="1425" b="1">
                <a:solidFill>
                  <a:srgbClr val="B97819"/>
                </a:solidFill>
              </a:defRPr>
            </a:lvl1pPr>
            <a:lvl2pPr algn="l">
              <a:defRPr sz="1425" b="1">
                <a:solidFill>
                  <a:srgbClr val="B97819"/>
                </a:solidFill>
              </a:defRPr>
            </a:lvl2pPr>
            <a:lvl3pPr algn="l">
              <a:defRPr sz="1425" b="1">
                <a:solidFill>
                  <a:srgbClr val="B97819"/>
                </a:solidFill>
              </a:defRPr>
            </a:lvl3pPr>
            <a:lvl4pPr algn="l">
              <a:defRPr sz="1425" b="1">
                <a:solidFill>
                  <a:srgbClr val="B97819"/>
                </a:solidFill>
              </a:defRPr>
            </a:lvl4pPr>
            <a:lvl5pPr algn="l">
              <a:defRPr sz="1425" b="1">
                <a:solidFill>
                  <a:srgbClr val="B97819"/>
                </a:solidFill>
              </a:defRPr>
            </a:lvl5pPr>
            <a:lvl6pPr algn="l">
              <a:defRPr sz="1425" b="1">
                <a:solidFill>
                  <a:srgbClr val="B97819"/>
                </a:solidFill>
              </a:defRPr>
            </a:lvl6pPr>
            <a:lvl7pPr algn="l">
              <a:defRPr sz="1425" b="1">
                <a:solidFill>
                  <a:srgbClr val="B97819"/>
                </a:solidFill>
              </a:defRPr>
            </a:lvl7pPr>
            <a:lvl8pPr algn="l">
              <a:defRPr sz="1425" b="1">
                <a:solidFill>
                  <a:srgbClr val="B97819"/>
                </a:solidFill>
              </a:defRPr>
            </a:lvl8pPr>
            <a:lvl9pPr algn="l">
              <a:defRPr sz="1425" b="1">
                <a:solidFill>
                  <a:srgbClr val="B97819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97819"/>
                </a:solidFill>
              </a:defRPr>
            </a:pPr>
            <a:r>
              <a:rPr sz="1425" b="1">
                <a:solidFill>
                  <a:srgbClr val="B97819"/>
                </a:solidFill>
              </a:rPr>
              <a:t>Google API</a:t>
            </a:r>
          </a:p>
        </p:txBody>
      </p:sp>
      <p:sp>
        <p:nvSpPr>
          <p:cNvPr id="38" name="flow-google-body">
            <a:extLst xmlns:a="http://schemas.openxmlformats.org/drawingml/2006/main">
              <a:ext uri="{FF2B5EF4-FFF2-40B4-BE49-F238E27FC236}">
                <a16:creationId xmlns:a16="http://schemas.microsoft.com/office/drawing/2014/main" id="{5194F3A7-4ABB-4F67-AC05-982AEB81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19100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142B3B"/>
                </a:solidFill>
              </a:defRPr>
            </a:defPPr>
            <a:lvl1pPr algn="l">
              <a:defRPr sz="1050" b="0">
                <a:solidFill>
                  <a:srgbClr val="142B3B"/>
                </a:solidFill>
              </a:defRPr>
            </a:lvl1pPr>
            <a:lvl2pPr algn="l">
              <a:defRPr sz="1050" b="0">
                <a:solidFill>
                  <a:srgbClr val="142B3B"/>
                </a:solidFill>
              </a:defRPr>
            </a:lvl2pPr>
            <a:lvl3pPr algn="l">
              <a:defRPr sz="1050" b="0">
                <a:solidFill>
                  <a:srgbClr val="142B3B"/>
                </a:solidFill>
              </a:defRPr>
            </a:lvl3pPr>
            <a:lvl4pPr algn="l">
              <a:defRPr sz="1050" b="0">
                <a:solidFill>
                  <a:srgbClr val="142B3B"/>
                </a:solidFill>
              </a:defRPr>
            </a:lvl4pPr>
            <a:lvl5pPr algn="l">
              <a:defRPr sz="1050" b="0">
                <a:solidFill>
                  <a:srgbClr val="142B3B"/>
                </a:solidFill>
              </a:defRPr>
            </a:lvl5pPr>
            <a:lvl6pPr algn="l">
              <a:defRPr sz="1050" b="0">
                <a:solidFill>
                  <a:srgbClr val="142B3B"/>
                </a:solidFill>
              </a:defRPr>
            </a:lvl6pPr>
            <a:lvl7pPr algn="l">
              <a:defRPr sz="1050" b="0">
                <a:solidFill>
                  <a:srgbClr val="142B3B"/>
                </a:solidFill>
              </a:defRPr>
            </a:lvl7pPr>
            <a:lvl8pPr algn="l">
              <a:defRPr sz="1050" b="0">
                <a:solidFill>
                  <a:srgbClr val="142B3B"/>
                </a:solidFill>
              </a:defRPr>
            </a:lvl8pPr>
            <a:lvl9pPr algn="l">
              <a:defRPr sz="1050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42B3B"/>
                </a:solidFill>
              </a:defRPr>
            </a:pPr>
            <a:r>
              <a:rPr sz="1050" b="0">
                <a:solidFill>
                  <a:srgbClr val="142B3B"/>
                </a:solidFill>
              </a:rPr>
              <a:t>Calendar予定の取得・登録</a:t>
            </a:r>
          </a:p>
          <a:p xmlns:a="http://schemas.openxmlformats.org/drawingml/2006/main">
            <a:pPr algn="l">
              <a:defRPr sz="1050" b="0">
                <a:solidFill>
                  <a:srgbClr val="142B3B"/>
                </a:solidFill>
              </a:defRPr>
            </a:pPr>
            <a:r>
              <a:rPr sz="1050" b="0">
                <a:solidFill>
                  <a:srgbClr val="142B3B"/>
                </a:solidFill>
              </a:rPr>
              <a:t>Gmailで招待メールを送信</a:t>
            </a:r>
          </a:p>
        </p:txBody>
      </p:sp>
      <p:sp>
        <p:nvSpPr>
          <p:cNvPr id="39" name="flow-ai">
            <a:extLst xmlns:a="http://schemas.openxmlformats.org/drawingml/2006/main">
              <a:ext uri="{FF2B5EF4-FFF2-40B4-BE49-F238E27FC236}">
                <a16:creationId xmlns:a16="http://schemas.microsoft.com/office/drawing/2014/main" id="{E1C8AB10-CAE8-4384-9F54-8AB97C47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20383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CBD5D8"/>
            </a:solidFill>
            <a:prstDash val="solid"/>
          </a:ln>
        </p:spPr>
      </p:sp>
      <p:sp>
        <p:nvSpPr>
          <p:cNvPr id="40" name="flow-ai-accent">
            <a:extLst xmlns:a="http://schemas.openxmlformats.org/drawingml/2006/main">
              <a:ext uri="{FF2B5EF4-FFF2-40B4-BE49-F238E27FC236}">
                <a16:creationId xmlns:a16="http://schemas.microsoft.com/office/drawing/2014/main" id="{8F0374D8-7FEB-4B37-B9BE-765C4974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8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low-ai-title">
            <a:extLst xmlns:a="http://schemas.openxmlformats.org/drawingml/2006/main">
              <a:ext uri="{FF2B5EF4-FFF2-40B4-BE49-F238E27FC236}">
                <a16:creationId xmlns:a16="http://schemas.microsoft.com/office/drawing/2014/main" id="{FBC274C1-DDB0-4C6F-B0F5-58881EC5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B97819"/>
                </a:solidFill>
              </a:defRPr>
            </a:defPPr>
            <a:lvl1pPr algn="l">
              <a:defRPr sz="1350" b="1">
                <a:solidFill>
                  <a:srgbClr val="B97819"/>
                </a:solidFill>
              </a:defRPr>
            </a:lvl1pPr>
            <a:lvl2pPr algn="l">
              <a:defRPr sz="1350" b="1">
                <a:solidFill>
                  <a:srgbClr val="B97819"/>
                </a:solidFill>
              </a:defRPr>
            </a:lvl2pPr>
            <a:lvl3pPr algn="l">
              <a:defRPr sz="1350" b="1">
                <a:solidFill>
                  <a:srgbClr val="B97819"/>
                </a:solidFill>
              </a:defRPr>
            </a:lvl3pPr>
            <a:lvl4pPr algn="l">
              <a:defRPr sz="1350" b="1">
                <a:solidFill>
                  <a:srgbClr val="B97819"/>
                </a:solidFill>
              </a:defRPr>
            </a:lvl4pPr>
            <a:lvl5pPr algn="l">
              <a:defRPr sz="1350" b="1">
                <a:solidFill>
                  <a:srgbClr val="B97819"/>
                </a:solidFill>
              </a:defRPr>
            </a:lvl5pPr>
            <a:lvl6pPr algn="l">
              <a:defRPr sz="1350" b="1">
                <a:solidFill>
                  <a:srgbClr val="B97819"/>
                </a:solidFill>
              </a:defRPr>
            </a:lvl6pPr>
            <a:lvl7pPr algn="l">
              <a:defRPr sz="1350" b="1">
                <a:solidFill>
                  <a:srgbClr val="B97819"/>
                </a:solidFill>
              </a:defRPr>
            </a:lvl7pPr>
            <a:lvl8pPr algn="l">
              <a:defRPr sz="1350" b="1">
                <a:solidFill>
                  <a:srgbClr val="B97819"/>
                </a:solidFill>
              </a:defRPr>
            </a:lvl8pPr>
            <a:lvl9pPr algn="l">
              <a:defRPr sz="1350" b="1">
                <a:solidFill>
                  <a:srgbClr val="B97819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97819"/>
                </a:solidFill>
              </a:defRPr>
            </a:pPr>
            <a:r>
              <a:rPr sz="1350" b="1">
                <a:solidFill>
                  <a:srgbClr val="B97819"/>
                </a:solidFill>
              </a:rPr>
              <a:t>提案・位置検索</a:t>
            </a:r>
          </a:p>
        </p:txBody>
      </p:sp>
      <p:sp>
        <p:nvSpPr>
          <p:cNvPr id="42" name="flow-ai-body">
            <a:extLst xmlns:a="http://schemas.openxmlformats.org/drawingml/2006/main">
              <a:ext uri="{FF2B5EF4-FFF2-40B4-BE49-F238E27FC236}">
                <a16:creationId xmlns:a16="http://schemas.microsoft.com/office/drawing/2014/main" id="{2D8E67CC-4824-4FD4-AB7D-D88D4D3C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142B3B"/>
                </a:solidFill>
              </a:defRPr>
            </a:defPPr>
            <a:lvl1pPr algn="l">
              <a:defRPr sz="1050" b="0">
                <a:solidFill>
                  <a:srgbClr val="142B3B"/>
                </a:solidFill>
              </a:defRPr>
            </a:lvl1pPr>
            <a:lvl2pPr algn="l">
              <a:defRPr sz="1050" b="0">
                <a:solidFill>
                  <a:srgbClr val="142B3B"/>
                </a:solidFill>
              </a:defRPr>
            </a:lvl2pPr>
            <a:lvl3pPr algn="l">
              <a:defRPr sz="1050" b="0">
                <a:solidFill>
                  <a:srgbClr val="142B3B"/>
                </a:solidFill>
              </a:defRPr>
            </a:lvl3pPr>
            <a:lvl4pPr algn="l">
              <a:defRPr sz="1050" b="0">
                <a:solidFill>
                  <a:srgbClr val="142B3B"/>
                </a:solidFill>
              </a:defRPr>
            </a:lvl4pPr>
            <a:lvl5pPr algn="l">
              <a:defRPr sz="1050" b="0">
                <a:solidFill>
                  <a:srgbClr val="142B3B"/>
                </a:solidFill>
              </a:defRPr>
            </a:lvl5pPr>
            <a:lvl6pPr algn="l">
              <a:defRPr sz="1050" b="0">
                <a:solidFill>
                  <a:srgbClr val="142B3B"/>
                </a:solidFill>
              </a:defRPr>
            </a:lvl6pPr>
            <a:lvl7pPr algn="l">
              <a:defRPr sz="1050" b="0">
                <a:solidFill>
                  <a:srgbClr val="142B3B"/>
                </a:solidFill>
              </a:defRPr>
            </a:lvl7pPr>
            <a:lvl8pPr algn="l">
              <a:defRPr sz="1050" b="0">
                <a:solidFill>
                  <a:srgbClr val="142B3B"/>
                </a:solidFill>
              </a:defRPr>
            </a:lvl8pPr>
            <a:lvl9pPr algn="l">
              <a:defRPr sz="1050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42B3B"/>
                </a:solidFill>
              </a:defRPr>
            </a:pPr>
            <a:r>
              <a:rPr sz="1050" b="0">
                <a:solidFill>
                  <a:srgbClr val="142B3B"/>
                </a:solidFill>
              </a:rPr>
              <a:t>Geminiのスポット提案</a:t>
            </a:r>
          </a:p>
          <a:p xmlns:a="http://schemas.openxmlformats.org/drawingml/2006/main">
            <a:pPr algn="l">
              <a:defRPr sz="1050" b="0">
                <a:solidFill>
                  <a:srgbClr val="142B3B"/>
                </a:solidFill>
              </a:defRPr>
            </a:pPr>
            <a:r>
              <a:rPr sz="1050" b="0">
                <a:solidFill>
                  <a:srgbClr val="142B3B"/>
                </a:solidFill>
              </a:rPr>
              <a:t>Geocodingで座標を取得</a:t>
            </a:r>
          </a:p>
        </p:txBody>
      </p:sp>
      <p:sp>
        <p:nvSpPr>
          <p:cNvPr id="45" name="legend-green">
            <a:extLst xmlns:a="http://schemas.openxmlformats.org/drawingml/2006/main">
              <a:ext uri="{FF2B5EF4-FFF2-40B4-BE49-F238E27FC236}">
                <a16:creationId xmlns:a16="http://schemas.microsoft.com/office/drawing/2014/main" id="{1FFCF393-92BC-4516-9F1D-43B73A91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legend-green-t">
            <a:extLst xmlns:a="http://schemas.openxmlformats.org/drawingml/2006/main">
              <a:ext uri="{FF2B5EF4-FFF2-40B4-BE49-F238E27FC236}">
                <a16:creationId xmlns:a16="http://schemas.microsoft.com/office/drawing/2014/main" id="{6816723E-31EC-4F00-BF02-E01FB01A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142B3B"/>
                </a:solidFill>
              </a:defRPr>
            </a:defPPr>
            <a:lvl1pPr algn="l">
              <a:defRPr sz="1125" b="0">
                <a:solidFill>
                  <a:srgbClr val="142B3B"/>
                </a:solidFill>
              </a:defRPr>
            </a:lvl1pPr>
            <a:lvl2pPr algn="l">
              <a:defRPr sz="1125" b="0">
                <a:solidFill>
                  <a:srgbClr val="142B3B"/>
                </a:solidFill>
              </a:defRPr>
            </a:lvl2pPr>
            <a:lvl3pPr algn="l">
              <a:defRPr sz="1125" b="0">
                <a:solidFill>
                  <a:srgbClr val="142B3B"/>
                </a:solidFill>
              </a:defRPr>
            </a:lvl3pPr>
            <a:lvl4pPr algn="l">
              <a:defRPr sz="1125" b="0">
                <a:solidFill>
                  <a:srgbClr val="142B3B"/>
                </a:solidFill>
              </a:defRPr>
            </a:lvl4pPr>
            <a:lvl5pPr algn="l">
              <a:defRPr sz="1125" b="0">
                <a:solidFill>
                  <a:srgbClr val="142B3B"/>
                </a:solidFill>
              </a:defRPr>
            </a:lvl5pPr>
            <a:lvl6pPr algn="l">
              <a:defRPr sz="1125" b="0">
                <a:solidFill>
                  <a:srgbClr val="142B3B"/>
                </a:solidFill>
              </a:defRPr>
            </a:lvl6pPr>
            <a:lvl7pPr algn="l">
              <a:defRPr sz="1125" b="0">
                <a:solidFill>
                  <a:srgbClr val="142B3B"/>
                </a:solidFill>
              </a:defRPr>
            </a:lvl7pPr>
            <a:lvl8pPr algn="l">
              <a:defRPr sz="1125" b="0">
                <a:solidFill>
                  <a:srgbClr val="142B3B"/>
                </a:solidFill>
              </a:defRPr>
            </a:lvl8pPr>
            <a:lvl9pPr algn="l">
              <a:defRPr sz="1125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共有データは旅行メンバー間で同期</a:t>
            </a:r>
          </a:p>
        </p:txBody>
      </p:sp>
      <p:sp>
        <p:nvSpPr>
          <p:cNvPr id="47" name="legend-gray">
            <a:extLst xmlns:a="http://schemas.openxmlformats.org/drawingml/2006/main">
              <a:ext uri="{FF2B5EF4-FFF2-40B4-BE49-F238E27FC236}">
                <a16:creationId xmlns:a16="http://schemas.microsoft.com/office/drawing/2014/main" id="{E9200F17-054F-4785-9956-65C527C2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57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egend-gray-t">
            <a:extLst xmlns:a="http://schemas.openxmlformats.org/drawingml/2006/main">
              <a:ext uri="{FF2B5EF4-FFF2-40B4-BE49-F238E27FC236}">
                <a16:creationId xmlns:a16="http://schemas.microsoft.com/office/drawing/2014/main" id="{82F5CE54-67E7-45F0-AF83-977A2684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0065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142B3B"/>
                </a:solidFill>
              </a:defRPr>
            </a:defPPr>
            <a:lvl1pPr algn="l">
              <a:defRPr sz="1125" b="0">
                <a:solidFill>
                  <a:srgbClr val="142B3B"/>
                </a:solidFill>
              </a:defRPr>
            </a:lvl1pPr>
            <a:lvl2pPr algn="l">
              <a:defRPr sz="1125" b="0">
                <a:solidFill>
                  <a:srgbClr val="142B3B"/>
                </a:solidFill>
              </a:defRPr>
            </a:lvl2pPr>
            <a:lvl3pPr algn="l">
              <a:defRPr sz="1125" b="0">
                <a:solidFill>
                  <a:srgbClr val="142B3B"/>
                </a:solidFill>
              </a:defRPr>
            </a:lvl3pPr>
            <a:lvl4pPr algn="l">
              <a:defRPr sz="1125" b="0">
                <a:solidFill>
                  <a:srgbClr val="142B3B"/>
                </a:solidFill>
              </a:defRPr>
            </a:lvl4pPr>
            <a:lvl5pPr algn="l">
              <a:defRPr sz="1125" b="0">
                <a:solidFill>
                  <a:srgbClr val="142B3B"/>
                </a:solidFill>
              </a:defRPr>
            </a:lvl5pPr>
            <a:lvl6pPr algn="l">
              <a:defRPr sz="1125" b="0">
                <a:solidFill>
                  <a:srgbClr val="142B3B"/>
                </a:solidFill>
              </a:defRPr>
            </a:lvl6pPr>
            <a:lvl7pPr algn="l">
              <a:defRPr sz="1125" b="0">
                <a:solidFill>
                  <a:srgbClr val="142B3B"/>
                </a:solidFill>
              </a:defRPr>
            </a:lvl7pPr>
            <a:lvl8pPr algn="l">
              <a:defRPr sz="1125" b="0">
                <a:solidFill>
                  <a:srgbClr val="142B3B"/>
                </a:solidFill>
              </a:defRPr>
            </a:lvl8pPr>
            <a:lvl9pPr algn="l">
              <a:defRPr sz="1125" b="0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2B3B"/>
                </a:solidFill>
              </a:defRPr>
            </a:pPr>
            <a:r>
              <a:rPr sz="1125" b="0">
                <a:solidFill>
                  <a:srgbClr val="142B3B"/>
                </a:solidFill>
              </a:rPr>
              <a:t>ローカルデータは端末内に保存</a:t>
            </a:r>
          </a:p>
        </p:txBody>
      </p:sp>
      <p:sp>
        <p:nvSpPr>
          <p:cNvPr id="49" name="flow-note">
            <a:extLst xmlns:a="http://schemas.openxmlformats.org/drawingml/2006/main">
              <a:ext uri="{FF2B5EF4-FFF2-40B4-BE49-F238E27FC236}">
                <a16:creationId xmlns:a16="http://schemas.microsoft.com/office/drawing/2014/main" id="{5F3DD0A4-AE82-47EE-916A-2A96EAD0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42B3B"/>
                </a:solidFill>
              </a:defRPr>
            </a:defPPr>
            <a:lvl1pPr algn="l">
              <a:defRPr sz="1350" b="1">
                <a:solidFill>
                  <a:srgbClr val="142B3B"/>
                </a:solidFill>
              </a:defRPr>
            </a:lvl1pPr>
            <a:lvl2pPr algn="l">
              <a:defRPr sz="1350" b="1">
                <a:solidFill>
                  <a:srgbClr val="142B3B"/>
                </a:solidFill>
              </a:defRPr>
            </a:lvl2pPr>
            <a:lvl3pPr algn="l">
              <a:defRPr sz="1350" b="1">
                <a:solidFill>
                  <a:srgbClr val="142B3B"/>
                </a:solidFill>
              </a:defRPr>
            </a:lvl3pPr>
            <a:lvl4pPr algn="l">
              <a:defRPr sz="1350" b="1">
                <a:solidFill>
                  <a:srgbClr val="142B3B"/>
                </a:solidFill>
              </a:defRPr>
            </a:lvl4pPr>
            <a:lvl5pPr algn="l">
              <a:defRPr sz="1350" b="1">
                <a:solidFill>
                  <a:srgbClr val="142B3B"/>
                </a:solidFill>
              </a:defRPr>
            </a:lvl5pPr>
            <a:lvl6pPr algn="l">
              <a:defRPr sz="1350" b="1">
                <a:solidFill>
                  <a:srgbClr val="142B3B"/>
                </a:solidFill>
              </a:defRPr>
            </a:lvl6pPr>
            <a:lvl7pPr algn="l">
              <a:defRPr sz="1350" b="1">
                <a:solidFill>
                  <a:srgbClr val="142B3B"/>
                </a:solidFill>
              </a:defRPr>
            </a:lvl7pPr>
            <a:lvl8pPr algn="l">
              <a:defRPr sz="1350" b="1">
                <a:solidFill>
                  <a:srgbClr val="142B3B"/>
                </a:solidFill>
              </a:defRPr>
            </a:lvl8pPr>
            <a:lvl9pPr algn="l">
              <a:defRPr sz="1350" b="1">
                <a:solidFill>
                  <a:srgbClr val="142B3B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B3B"/>
                </a:solidFill>
              </a:defRPr>
            </a:pPr>
            <a:r>
              <a:rPr sz="1350" b="1">
                <a:solidFill>
                  <a:srgbClr val="142B3B"/>
                </a:solidFill>
              </a:rPr>
              <a:t>Firebaseの共有データと、幹事端末に保存する日程・訪問地点を使い分ける</a:t>
            </a:r>
          </a:p>
        </p:txBody>
      </p:sp>
    </p:spTree>
    <p:extLst>
      <p:ext uri="{BB962C8B-B14F-4D97-AF65-F5344CB8AC3E}">
        <p14:creationId xmlns:p14="http://schemas.microsoft.com/office/powerpoint/2010/main" val="1233630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2026-10-26T15:25:38.1140000Z</dcterms:created>
  <dcterms:modified xsi:type="dcterms:W3CDTF">2026-10-26T15:25:38.1140000Z</dcterms:modified>
</coreProperties>
</file>